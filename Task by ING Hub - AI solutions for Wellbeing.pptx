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82" r:id="rId4"/>
    <p:sldMasterId id="2147483941" r:id="rId5"/>
  </p:sldMasterIdLst>
  <p:notesMasterIdLst>
    <p:notesMasterId r:id="rId12"/>
  </p:notesMasterIdLst>
  <p:handoutMasterIdLst>
    <p:handoutMasterId r:id="rId13"/>
  </p:handoutMasterIdLst>
  <p:sldIdLst>
    <p:sldId id="594" r:id="rId6"/>
    <p:sldId id="2147470316" r:id="rId7"/>
    <p:sldId id="2141412266" r:id="rId8"/>
    <p:sldId id="2147478569" r:id="rId9"/>
    <p:sldId id="2147479189" r:id="rId10"/>
    <p:sldId id="621" r:id="rId11"/>
  </p:sldIdLst>
  <p:sldSz cx="12192000" cy="6858000"/>
  <p:notesSz cx="6858000" cy="9144000"/>
  <p:embeddedFontLst>
    <p:embeddedFont>
      <p:font typeface="ING display" panose="020B0803030508020203" pitchFamily="34" charset="77"/>
      <p:regular r:id="rId14"/>
      <p:bold r:id="rId15"/>
    </p:embeddedFont>
    <p:embeddedFont>
      <p:font typeface="ING Me" panose="02000506040000020004" pitchFamily="2" charset="0"/>
      <p:regular r:id="rId16"/>
      <p:bold r:id="rId17"/>
      <p:italic r:id="rId18"/>
      <p:boldItalic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E722310-5140-4145-8EFA-B7E3390F7D6A}">
          <p14:sldIdLst>
            <p14:sldId id="594"/>
          </p14:sldIdLst>
        </p14:section>
        <p14:section name="introduction" id="{384672B3-92B4-F84C-97C2-0BBA98FDA730}">
          <p14:sldIdLst>
            <p14:sldId id="2147470316"/>
            <p14:sldId id="2141412266"/>
            <p14:sldId id="2147478569"/>
            <p14:sldId id="2147479189"/>
            <p14:sldId id="621"/>
          </p14:sldIdLst>
        </p14:section>
        <p14:section name="Ending" id="{0083E71D-A90E-7B45-BC71-8EE21D1FB1B5}">
          <p14:sldIdLst/>
        </p14:section>
      </p14:sectionLst>
    </p:ext>
    <p:ext uri="{EFAFB233-063F-42B5-8137-9DF3F51BA10A}">
      <p15:sldGuideLst xmlns:p15="http://schemas.microsoft.com/office/powerpoint/2012/main">
        <p15:guide id="1" orient="horz" pos="414" userDrawn="1">
          <p15:clr>
            <a:srgbClr val="A4A3A4"/>
          </p15:clr>
        </p15:guide>
        <p15:guide id="2" pos="3840" userDrawn="1">
          <p15:clr>
            <a:srgbClr val="A4A3A4"/>
          </p15:clr>
        </p15:guide>
        <p15:guide id="3"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487C"/>
    <a:srgbClr val="AB0066"/>
    <a:srgbClr val="101010"/>
    <a:srgbClr val="E295F1"/>
    <a:srgbClr val="BAA9DD"/>
    <a:srgbClr val="89D6FD"/>
    <a:srgbClr val="FFFFFF"/>
    <a:srgbClr val="E3E5E9"/>
    <a:srgbClr val="FF6200"/>
    <a:srgbClr val="D401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6" autoAdjust="0"/>
    <p:restoredTop sz="70278" autoAdjust="0"/>
  </p:normalViewPr>
  <p:slideViewPr>
    <p:cSldViewPr snapToGrid="0">
      <p:cViewPr varScale="1">
        <p:scale>
          <a:sx n="86" d="100"/>
          <a:sy n="86" d="100"/>
        </p:scale>
        <p:origin x="2320" y="192"/>
      </p:cViewPr>
      <p:guideLst>
        <p:guide orient="horz" pos="414"/>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font1.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ban, B.P. (Bianca - Paula)" userId="S::bianca-paula.serban@ing.com::54daf8e8-a63a-4b11-9bb6-260fb03a734f" providerId="AD" clId="Web-{E5B2C1C5-D19C-4494-48D4-07B664ABE7AE}"/>
    <pc:docChg chg="modSld">
      <pc:chgData name="Serban, B.P. (Bianca - Paula)" userId="S::bianca-paula.serban@ing.com::54daf8e8-a63a-4b11-9bb6-260fb03a734f" providerId="AD" clId="Web-{E5B2C1C5-D19C-4494-48D4-07B664ABE7AE}" dt="2026-03-17T11:06:53.198" v="0" actId="20577"/>
      <pc:docMkLst>
        <pc:docMk/>
      </pc:docMkLst>
      <pc:sldChg chg="modSp">
        <pc:chgData name="Serban, B.P. (Bianca - Paula)" userId="S::bianca-paula.serban@ing.com::54daf8e8-a63a-4b11-9bb6-260fb03a734f" providerId="AD" clId="Web-{E5B2C1C5-D19C-4494-48D4-07B664ABE7AE}" dt="2026-03-17T11:06:53.198" v="0" actId="20577"/>
        <pc:sldMkLst>
          <pc:docMk/>
          <pc:sldMk cId="1936355149" sldId="2147470316"/>
        </pc:sldMkLst>
        <pc:spChg chg="mod">
          <ac:chgData name="Serban, B.P. (Bianca - Paula)" userId="S::bianca-paula.serban@ing.com::54daf8e8-a63a-4b11-9bb6-260fb03a734f" providerId="AD" clId="Web-{E5B2C1C5-D19C-4494-48D4-07B664ABE7AE}" dt="2026-03-17T11:06:53.198" v="0" actId="20577"/>
          <ac:spMkLst>
            <pc:docMk/>
            <pc:sldMk cId="1936355149" sldId="2147470316"/>
            <ac:spMk id="37" creationId="{792F8FAA-1054-62D6-F7C1-5C430C3FC067}"/>
          </ac:spMkLst>
        </pc:spChg>
      </pc:sldChg>
    </pc:docChg>
  </pc:docChgLst>
  <pc:docChgLst>
    <pc:chgData name="Serban, B.P. (Bianca - Paula)" userId="S::bianca-paula.serban@ing.com::54daf8e8-a63a-4b11-9bb6-260fb03a734f" providerId="AD" clId="Web-{04753E3C-7F65-628F-4A9D-3231A798A0A1}"/>
    <pc:docChg chg="addSld delSld modSection">
      <pc:chgData name="Serban, B.P. (Bianca - Paula)" userId="S::bianca-paula.serban@ing.com::54daf8e8-a63a-4b11-9bb6-260fb03a734f" providerId="AD" clId="Web-{04753E3C-7F65-628F-4A9D-3231A798A0A1}" dt="2026-03-18T08:10:45.046" v="1"/>
      <pc:docMkLst>
        <pc:docMk/>
      </pc:docMkLst>
      <pc:sldChg chg="add">
        <pc:chgData name="Serban, B.P. (Bianca - Paula)" userId="S::bianca-paula.serban@ing.com::54daf8e8-a63a-4b11-9bb6-260fb03a734f" providerId="AD" clId="Web-{04753E3C-7F65-628F-4A9D-3231A798A0A1}" dt="2026-03-18T08:10:34.905" v="0"/>
        <pc:sldMkLst>
          <pc:docMk/>
          <pc:sldMk cId="4042158552" sldId="2147479189"/>
        </pc:sldMkLst>
      </pc:sldChg>
    </pc:docChg>
  </pc:docChgLst>
  <pc:docChgLst>
    <pc:chgData name="Pavelescu, A.A. (Alexandra - Antonia)" userId="S::alexandra-antonia.pavelescu@ing.com::ad2420e4-016d-4753-9723-918b44e809cd" providerId="AD" clId="Web-{6397135A-0A7F-1B30-C9E9-D25BB9481435}"/>
    <pc:docChg chg="modSld">
      <pc:chgData name="Pavelescu, A.A. (Alexandra - Antonia)" userId="S::alexandra-antonia.pavelescu@ing.com::ad2420e4-016d-4753-9723-918b44e809cd" providerId="AD" clId="Web-{6397135A-0A7F-1B30-C9E9-D25BB9481435}" dt="2026-04-03T08:09:52.097" v="53"/>
      <pc:docMkLst>
        <pc:docMk/>
      </pc:docMkLst>
      <pc:sldChg chg="modNotes">
        <pc:chgData name="Pavelescu, A.A. (Alexandra - Antonia)" userId="S::alexandra-antonia.pavelescu@ing.com::ad2420e4-016d-4753-9723-918b44e809cd" providerId="AD" clId="Web-{6397135A-0A7F-1B30-C9E9-D25BB9481435}" dt="2026-04-03T08:09:52.097" v="53"/>
        <pc:sldMkLst>
          <pc:docMk/>
          <pc:sldMk cId="2126300535" sldId="594"/>
        </pc:sldMkLst>
      </pc:sldChg>
    </pc:docChg>
  </pc:docChgLst>
  <pc:docChgLst>
    <pc:chgData name="Serban, B.P. (Bianca - Paula)" userId="S::bianca-paula.serban@ing.com::54daf8e8-a63a-4b11-9bb6-260fb03a734f" providerId="AD" clId="Web-{F63CD7A1-5374-D71F-893E-6CC77E4CB47F}"/>
    <pc:docChg chg="addSld delSld modSld modSection">
      <pc:chgData name="Serban, B.P. (Bianca - Paula)" userId="S::bianca-paula.serban@ing.com::54daf8e8-a63a-4b11-9bb6-260fb03a734f" providerId="AD" clId="Web-{F63CD7A1-5374-D71F-893E-6CC77E4CB47F}" dt="2026-03-27T09:30:37.990" v="6"/>
      <pc:docMkLst>
        <pc:docMk/>
      </pc:docMkLst>
      <pc:sldChg chg="add">
        <pc:chgData name="Serban, B.P. (Bianca - Paula)" userId="S::bianca-paula.serban@ing.com::54daf8e8-a63a-4b11-9bb6-260fb03a734f" providerId="AD" clId="Web-{F63CD7A1-5374-D71F-893E-6CC77E4CB47F}" dt="2026-03-27T09:30:33.849" v="5"/>
        <pc:sldMkLst>
          <pc:docMk/>
          <pc:sldMk cId="478515926" sldId="621"/>
        </pc:sldMkLst>
      </pc:sldChg>
      <pc:sldMasterChg chg="addSldLayout">
        <pc:chgData name="Serban, B.P. (Bianca - Paula)" userId="S::bianca-paula.serban@ing.com::54daf8e8-a63a-4b11-9bb6-260fb03a734f" providerId="AD" clId="Web-{F63CD7A1-5374-D71F-893E-6CC77E4CB47F}" dt="2026-03-27T09:30:33.849" v="5"/>
        <pc:sldMasterMkLst>
          <pc:docMk/>
          <pc:sldMasterMk cId="1134775055" sldId="2147483941"/>
        </pc:sldMasterMkLst>
        <pc:sldLayoutChg chg="add">
          <pc:chgData name="Serban, B.P. (Bianca - Paula)" userId="S::bianca-paula.serban@ing.com::54daf8e8-a63a-4b11-9bb6-260fb03a734f" providerId="AD" clId="Web-{F63CD7A1-5374-D71F-893E-6CC77E4CB47F}" dt="2026-03-27T09:30:33.849" v="5"/>
          <pc:sldLayoutMkLst>
            <pc:docMk/>
            <pc:sldMasterMk cId="1134775055" sldId="2147483941"/>
            <pc:sldLayoutMk cId="380506278" sldId="214748399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55AEA0-C0AC-D600-25D3-C020B266EB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latin typeface="ING Me" panose="02000506040000020004" pitchFamily="2" charset="0"/>
            </a:endParaRPr>
          </a:p>
        </p:txBody>
      </p:sp>
      <p:sp>
        <p:nvSpPr>
          <p:cNvPr id="3" name="Date Placeholder 2">
            <a:extLst>
              <a:ext uri="{FF2B5EF4-FFF2-40B4-BE49-F238E27FC236}">
                <a16:creationId xmlns:a16="http://schemas.microsoft.com/office/drawing/2014/main" id="{4CD4CD25-1796-9610-F62F-F3A443EB51D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BE9627-39DA-6C4C-90B2-6534410FE8DC}" type="datetimeFigureOut">
              <a:rPr lang="en-NL" smtClean="0">
                <a:latin typeface="ING Me" panose="02000506040000020004" pitchFamily="2" charset="0"/>
              </a:rPr>
              <a:t>4/4/26</a:t>
            </a:fld>
            <a:endParaRPr lang="en-NL">
              <a:latin typeface="ING Me" panose="02000506040000020004" pitchFamily="2" charset="0"/>
            </a:endParaRPr>
          </a:p>
        </p:txBody>
      </p:sp>
      <p:sp>
        <p:nvSpPr>
          <p:cNvPr id="4" name="Footer Placeholder 3">
            <a:extLst>
              <a:ext uri="{FF2B5EF4-FFF2-40B4-BE49-F238E27FC236}">
                <a16:creationId xmlns:a16="http://schemas.microsoft.com/office/drawing/2014/main" id="{B3719238-E664-8AC4-EB43-4E6C67FEA3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latin typeface="ING Me" panose="02000506040000020004" pitchFamily="2" charset="0"/>
            </a:endParaRPr>
          </a:p>
        </p:txBody>
      </p:sp>
      <p:sp>
        <p:nvSpPr>
          <p:cNvPr id="5" name="Slide Number Placeholder 4">
            <a:extLst>
              <a:ext uri="{FF2B5EF4-FFF2-40B4-BE49-F238E27FC236}">
                <a16:creationId xmlns:a16="http://schemas.microsoft.com/office/drawing/2014/main" id="{48E57BE8-9E4D-EBD1-1C0D-627C6D01D07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C7B47E-CC1C-014A-B71C-A379390AD10D}" type="slidenum">
              <a:rPr lang="en-NL" smtClean="0">
                <a:latin typeface="ING Me" panose="02000506040000020004" pitchFamily="2" charset="0"/>
              </a:rPr>
              <a:t>‹#›</a:t>
            </a:fld>
            <a:endParaRPr lang="en-NL">
              <a:latin typeface="ING Me" panose="02000506040000020004" pitchFamily="2" charset="0"/>
            </a:endParaRPr>
          </a:p>
        </p:txBody>
      </p:sp>
    </p:spTree>
    <p:extLst>
      <p:ext uri="{BB962C8B-B14F-4D97-AF65-F5344CB8AC3E}">
        <p14:creationId xmlns:p14="http://schemas.microsoft.com/office/powerpoint/2010/main" val="13222087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G Me" panose="02000506040000020004" pitchFamily="2" charset="0"/>
              </a:defRPr>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G Me" panose="02000506040000020004" pitchFamily="2" charset="0"/>
              </a:defRPr>
            </a:lvl1pPr>
          </a:lstStyle>
          <a:p>
            <a:fld id="{ADF5CB58-56D6-7748-8152-7A26053712ED}" type="datetimeFigureOut">
              <a:rPr lang="en-NL" smtClean="0"/>
              <a:pPr/>
              <a:t>4/4/26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NL"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G Me" panose="02000506040000020004" pitchFamily="2" charset="0"/>
              </a:defRPr>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G Me" panose="02000506040000020004" pitchFamily="2" charset="0"/>
              </a:defRPr>
            </a:lvl1pPr>
          </a:lstStyle>
          <a:p>
            <a:fld id="{1DAF1941-1D8B-D64A-BC1F-93FC635437C5}" type="slidenum">
              <a:rPr lang="en-NL" smtClean="0"/>
              <a:pPr/>
              <a:t>‹#›</a:t>
            </a:fld>
            <a:endParaRPr lang="en-NL"/>
          </a:p>
        </p:txBody>
      </p:sp>
    </p:spTree>
    <p:extLst>
      <p:ext uri="{BB962C8B-B14F-4D97-AF65-F5344CB8AC3E}">
        <p14:creationId xmlns:p14="http://schemas.microsoft.com/office/powerpoint/2010/main" val="3399230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G Me" panose="02000506040000020004" pitchFamily="2" charset="0"/>
        <a:ea typeface="+mn-ea"/>
        <a:cs typeface="+mn-cs"/>
      </a:defRPr>
    </a:lvl1pPr>
    <a:lvl2pPr marL="457200" algn="l" defTabSz="914400" rtl="0" eaLnBrk="1" latinLnBrk="0" hangingPunct="1">
      <a:defRPr sz="1200" b="0" i="0" kern="1200">
        <a:solidFill>
          <a:schemeClr val="tx1"/>
        </a:solidFill>
        <a:latin typeface="ING Me" panose="02000506040000020004" pitchFamily="2" charset="0"/>
        <a:ea typeface="+mn-ea"/>
        <a:cs typeface="+mn-cs"/>
      </a:defRPr>
    </a:lvl2pPr>
    <a:lvl3pPr marL="914400" algn="l" defTabSz="914400" rtl="0" eaLnBrk="1" latinLnBrk="0" hangingPunct="1">
      <a:defRPr sz="1200" b="0" i="0" kern="1200">
        <a:solidFill>
          <a:schemeClr val="tx1"/>
        </a:solidFill>
        <a:latin typeface="ING Me" panose="02000506040000020004" pitchFamily="2" charset="0"/>
        <a:ea typeface="+mn-ea"/>
        <a:cs typeface="+mn-cs"/>
      </a:defRPr>
    </a:lvl3pPr>
    <a:lvl4pPr marL="1371600" algn="l" defTabSz="914400" rtl="0" eaLnBrk="1" latinLnBrk="0" hangingPunct="1">
      <a:defRPr sz="1200" b="0" i="0" kern="1200">
        <a:solidFill>
          <a:schemeClr val="tx1"/>
        </a:solidFill>
        <a:latin typeface="ING Me" panose="02000506040000020004" pitchFamily="2" charset="0"/>
        <a:ea typeface="+mn-ea"/>
        <a:cs typeface="+mn-cs"/>
      </a:defRPr>
    </a:lvl4pPr>
    <a:lvl5pPr marL="1828800" algn="l" defTabSz="914400" rtl="0" eaLnBrk="1" latinLnBrk="0" hangingPunct="1">
      <a:defRPr sz="1200" b="0" i="0" kern="1200">
        <a:solidFill>
          <a:schemeClr val="tx1"/>
        </a:solidFill>
        <a:latin typeface="ING Me" panose="0200050604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1DAF1941-1D8B-D64A-BC1F-93FC635437C5}" type="slidenum">
              <a:rPr lang="en-NL" smtClean="0"/>
              <a:pPr/>
              <a:t>1</a:t>
            </a:fld>
            <a:endParaRPr lang="en-NL"/>
          </a:p>
        </p:txBody>
      </p:sp>
    </p:spTree>
    <p:extLst>
      <p:ext uri="{BB962C8B-B14F-4D97-AF65-F5344CB8AC3E}">
        <p14:creationId xmlns:p14="http://schemas.microsoft.com/office/powerpoint/2010/main" val="3393476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AF1941-1D8B-D64A-BC1F-93FC635437C5}" type="slidenum">
              <a:rPr lang="en-NL" smtClean="0"/>
              <a:pPr/>
              <a:t>2</a:t>
            </a:fld>
            <a:endParaRPr lang="en-NL"/>
          </a:p>
        </p:txBody>
      </p:sp>
    </p:spTree>
    <p:extLst>
      <p:ext uri="{BB962C8B-B14F-4D97-AF65-F5344CB8AC3E}">
        <p14:creationId xmlns:p14="http://schemas.microsoft.com/office/powerpoint/2010/main" val="7395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DAF1941-1D8B-D64A-BC1F-93FC635437C5}" type="slidenum">
              <a:rPr lang="en-NL" smtClean="0"/>
              <a:pPr/>
              <a:t>3</a:t>
            </a:fld>
            <a:endParaRPr lang="en-NL"/>
          </a:p>
        </p:txBody>
      </p:sp>
    </p:spTree>
    <p:extLst>
      <p:ext uri="{BB962C8B-B14F-4D97-AF65-F5344CB8AC3E}">
        <p14:creationId xmlns:p14="http://schemas.microsoft.com/office/powerpoint/2010/main" val="2630877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1038"/>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9A4FE-5475-428A-BCC9-3B0C9581B189}" type="slidenum">
              <a:rPr lang="en-BE" smtClean="0"/>
              <a:t>4</a:t>
            </a:fld>
            <a:endParaRPr lang="en-BE"/>
          </a:p>
        </p:txBody>
      </p:sp>
    </p:spTree>
    <p:extLst>
      <p:ext uri="{BB962C8B-B14F-4D97-AF65-F5344CB8AC3E}">
        <p14:creationId xmlns:p14="http://schemas.microsoft.com/office/powerpoint/2010/main" val="369982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5"/>
          </p:nvPr>
        </p:nvSpPr>
        <p:spPr/>
        <p:txBody>
          <a:bodyPr/>
          <a:lstStyle/>
          <a:p>
            <a:fld id="{1DAF1941-1D8B-D64A-BC1F-93FC635437C5}" type="slidenum">
              <a:rPr lang="en-NL" smtClean="0"/>
              <a:pPr/>
              <a:t>5</a:t>
            </a:fld>
            <a:endParaRPr lang="en-NL"/>
          </a:p>
        </p:txBody>
      </p:sp>
    </p:spTree>
    <p:extLst>
      <p:ext uri="{BB962C8B-B14F-4D97-AF65-F5344CB8AC3E}">
        <p14:creationId xmlns:p14="http://schemas.microsoft.com/office/powerpoint/2010/main" val="210137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1DAF1941-1D8B-D64A-BC1F-93FC635437C5}" type="slidenum">
              <a:rPr lang="en-NL" smtClean="0"/>
              <a:t>6</a:t>
            </a:fld>
            <a:endParaRPr lang="en-NL"/>
          </a:p>
        </p:txBody>
      </p:sp>
    </p:spTree>
    <p:extLst>
      <p:ext uri="{BB962C8B-B14F-4D97-AF65-F5344CB8AC3E}">
        <p14:creationId xmlns:p14="http://schemas.microsoft.com/office/powerpoint/2010/main" val="26073688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https://brand.ing.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hyperlink" Target="https://brand.ing.com/" TargetMode="External"/><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Identifier">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6C1D5-F6D9-54EA-F2C8-B97AB2E45F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4" name="Rectangle 3">
            <a:extLst>
              <a:ext uri="{FF2B5EF4-FFF2-40B4-BE49-F238E27FC236}">
                <a16:creationId xmlns:a16="http://schemas.microsoft.com/office/drawing/2014/main" id="{B13BF4B8-5D46-AB62-4422-C9754992372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5" name="Rectangle 4">
            <a:extLst>
              <a:ext uri="{FF2B5EF4-FFF2-40B4-BE49-F238E27FC236}">
                <a16:creationId xmlns:a16="http://schemas.microsoft.com/office/drawing/2014/main" id="{CCBA41A5-D196-CE9E-66C5-D521AAD64A8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15F991CF-6037-0EC3-F7B2-D870BD44AD14}"/>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8" name="Text Placeholder 17">
            <a:extLst>
              <a:ext uri="{FF2B5EF4-FFF2-40B4-BE49-F238E27FC236}">
                <a16:creationId xmlns:a16="http://schemas.microsoft.com/office/drawing/2014/main" id="{25F8064A-1485-8266-6186-50870EB7B081}"/>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dirty="0"/>
              <a:t>Date Month Year</a:t>
            </a:r>
          </a:p>
        </p:txBody>
      </p:sp>
      <p:sp>
        <p:nvSpPr>
          <p:cNvPr id="19" name="Text Placeholder 17">
            <a:extLst>
              <a:ext uri="{FF2B5EF4-FFF2-40B4-BE49-F238E27FC236}">
                <a16:creationId xmlns:a16="http://schemas.microsoft.com/office/drawing/2014/main" id="{BDD23AF9-0BE3-7ECA-7B48-458324AFC826}"/>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dirty="0"/>
              <a:t>Name / Department</a:t>
            </a:r>
          </a:p>
        </p:txBody>
      </p:sp>
      <p:sp>
        <p:nvSpPr>
          <p:cNvPr id="2" name="Title 1">
            <a:extLst>
              <a:ext uri="{FF2B5EF4-FFF2-40B4-BE49-F238E27FC236}">
                <a16:creationId xmlns:a16="http://schemas.microsoft.com/office/drawing/2014/main" id="{7B704C66-A991-C113-63EF-B718A3F1725A}"/>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dirty="0"/>
              <a:t>Name your presentation and a second line if you want</a:t>
            </a:r>
          </a:p>
        </p:txBody>
      </p:sp>
    </p:spTree>
    <p:extLst>
      <p:ext uri="{BB962C8B-B14F-4D97-AF65-F5344CB8AC3E}">
        <p14:creationId xmlns:p14="http://schemas.microsoft.com/office/powerpoint/2010/main" val="111751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1 Logo">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339E4B-B2F4-E88F-652E-BEE5AA87549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A884C44A-C4A1-4612-CBA6-8B60C7AD2677}"/>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D2C7FD86-45D2-07E8-3474-6A4895A6D065}"/>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dirty="0"/>
              <a:t>Date Month Year</a:t>
            </a:r>
          </a:p>
        </p:txBody>
      </p:sp>
      <p:sp>
        <p:nvSpPr>
          <p:cNvPr id="16" name="Text Placeholder 17">
            <a:extLst>
              <a:ext uri="{FF2B5EF4-FFF2-40B4-BE49-F238E27FC236}">
                <a16:creationId xmlns:a16="http://schemas.microsoft.com/office/drawing/2014/main" id="{FDC8D235-C3DF-364D-EB4A-58FAE9533FC8}"/>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dirty="0"/>
              <a:t>Name / Department</a:t>
            </a:r>
          </a:p>
        </p:txBody>
      </p:sp>
      <p:sp>
        <p:nvSpPr>
          <p:cNvPr id="3" name="Rectangle 2">
            <a:extLst>
              <a:ext uri="{FF2B5EF4-FFF2-40B4-BE49-F238E27FC236}">
                <a16:creationId xmlns:a16="http://schemas.microsoft.com/office/drawing/2014/main" id="{A56A237C-033F-CAA1-484B-4497A2D9AF10}"/>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B644D352-6656-F7CC-FC01-8930AA475CB8}"/>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Title 1">
            <a:extLst>
              <a:ext uri="{FF2B5EF4-FFF2-40B4-BE49-F238E27FC236}">
                <a16:creationId xmlns:a16="http://schemas.microsoft.com/office/drawing/2014/main" id="{B591160B-948C-1B93-DD34-2BB3CA729882}"/>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dirty="0"/>
              <a:t>Name your presentation and a second line if you want</a:t>
            </a:r>
          </a:p>
        </p:txBody>
      </p:sp>
    </p:spTree>
    <p:extLst>
      <p:ext uri="{BB962C8B-B14F-4D97-AF65-F5344CB8AC3E}">
        <p14:creationId xmlns:p14="http://schemas.microsoft.com/office/powerpoint/2010/main" val="3528936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2 Identifier">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4A41ABD-F224-89E5-B764-BCD2C3BEC8F8}"/>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dirty="0"/>
              <a:t>A very large title goes here.</a:t>
            </a:r>
          </a:p>
        </p:txBody>
      </p:sp>
      <p:pic>
        <p:nvPicPr>
          <p:cNvPr id="18" name="Picture 17">
            <a:extLst>
              <a:ext uri="{FF2B5EF4-FFF2-40B4-BE49-F238E27FC236}">
                <a16:creationId xmlns:a16="http://schemas.microsoft.com/office/drawing/2014/main" id="{B0C30C88-24FE-98B1-213B-89BA4EB062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5" name="Rectangle 4">
            <a:extLst>
              <a:ext uri="{FF2B5EF4-FFF2-40B4-BE49-F238E27FC236}">
                <a16:creationId xmlns:a16="http://schemas.microsoft.com/office/drawing/2014/main" id="{AF420F89-0D27-60B5-AA64-53CDA95460F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7A17EDBC-A56B-03A3-8919-1457E6742FB0}"/>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Date Month Year</a:t>
            </a:r>
          </a:p>
        </p:txBody>
      </p:sp>
      <p:sp>
        <p:nvSpPr>
          <p:cNvPr id="3" name="Footer Placeholder 4">
            <a:extLst>
              <a:ext uri="{FF2B5EF4-FFF2-40B4-BE49-F238E27FC236}">
                <a16:creationId xmlns:a16="http://schemas.microsoft.com/office/drawing/2014/main" id="{BDE16382-5DCB-5410-145B-FA0D464C4813}"/>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12" name="Text Placeholder 17">
            <a:extLst>
              <a:ext uri="{FF2B5EF4-FFF2-40B4-BE49-F238E27FC236}">
                <a16:creationId xmlns:a16="http://schemas.microsoft.com/office/drawing/2014/main" id="{45721D42-56FB-5CF7-F3CA-690D5C9497E5}"/>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dirty="0"/>
              <a:t>Date Month Year</a:t>
            </a:r>
          </a:p>
        </p:txBody>
      </p:sp>
      <p:sp>
        <p:nvSpPr>
          <p:cNvPr id="13" name="Text Placeholder 17">
            <a:extLst>
              <a:ext uri="{FF2B5EF4-FFF2-40B4-BE49-F238E27FC236}">
                <a16:creationId xmlns:a16="http://schemas.microsoft.com/office/drawing/2014/main" id="{4A9A24EA-585C-6975-72AC-E6A015C3CBE2}"/>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dirty="0"/>
              <a:t>Name / Department</a:t>
            </a:r>
          </a:p>
        </p:txBody>
      </p:sp>
      <p:sp>
        <p:nvSpPr>
          <p:cNvPr id="7" name="Rectangle 6">
            <a:extLst>
              <a:ext uri="{FF2B5EF4-FFF2-40B4-BE49-F238E27FC236}">
                <a16:creationId xmlns:a16="http://schemas.microsoft.com/office/drawing/2014/main" id="{D49904C3-8661-9696-2471-11AF33E36C62}"/>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Rectangle 3">
            <a:extLst>
              <a:ext uri="{FF2B5EF4-FFF2-40B4-BE49-F238E27FC236}">
                <a16:creationId xmlns:a16="http://schemas.microsoft.com/office/drawing/2014/main" id="{653A32F9-50B3-45B9-FD9F-9024FA393005}"/>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364556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2 Logo">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F4AA5B8-BFDA-18F9-B22E-1B88E923988A}"/>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dirty="0"/>
              <a:t>A very large title goes here.</a:t>
            </a:r>
          </a:p>
        </p:txBody>
      </p:sp>
      <p:pic>
        <p:nvPicPr>
          <p:cNvPr id="18" name="Picture 17">
            <a:extLst>
              <a:ext uri="{FF2B5EF4-FFF2-40B4-BE49-F238E27FC236}">
                <a16:creationId xmlns:a16="http://schemas.microsoft.com/office/drawing/2014/main" id="{4572D8EE-27F9-9A3C-27B9-33D30B182B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5" name="Rectangle 4">
            <a:extLst>
              <a:ext uri="{FF2B5EF4-FFF2-40B4-BE49-F238E27FC236}">
                <a16:creationId xmlns:a16="http://schemas.microsoft.com/office/drawing/2014/main" id="{DB2803E6-CA74-7B9A-DB7D-E5C5A93F576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EF24797B-826C-A48F-CA13-97232D4D2597}"/>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Date Month Year</a:t>
            </a:r>
          </a:p>
        </p:txBody>
      </p:sp>
      <p:sp>
        <p:nvSpPr>
          <p:cNvPr id="8" name="Footer Placeholder 4">
            <a:extLst>
              <a:ext uri="{FF2B5EF4-FFF2-40B4-BE49-F238E27FC236}">
                <a16:creationId xmlns:a16="http://schemas.microsoft.com/office/drawing/2014/main" id="{ED0ACA50-86CE-0B0B-5E2B-70422F03E535}"/>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3" name="Rectangle 2">
            <a:extLst>
              <a:ext uri="{FF2B5EF4-FFF2-40B4-BE49-F238E27FC236}">
                <a16:creationId xmlns:a16="http://schemas.microsoft.com/office/drawing/2014/main" id="{940844C5-F614-14E2-0DDD-93079588E45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58622949-85D3-965C-4EC3-0F7587888FDD}"/>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903477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3 Identifier">
    <p:bg>
      <p:bgPr>
        <a:solidFill>
          <a:schemeClr val="accent1"/>
        </a:solidFill>
        <a:effectLst/>
      </p:bgPr>
    </p:bg>
    <p:spTree>
      <p:nvGrpSpPr>
        <p:cNvPr id="1" name=""/>
        <p:cNvGrpSpPr/>
        <p:nvPr/>
      </p:nvGrpSpPr>
      <p:grpSpPr>
        <a:xfrm>
          <a:off x="0" y="0"/>
          <a:ext cx="0" cy="0"/>
          <a:chOff x="0" y="0"/>
          <a:chExt cx="0" cy="0"/>
        </a:xfrm>
      </p:grpSpPr>
      <p:sp>
        <p:nvSpPr>
          <p:cNvPr id="27" name="Picture Placeholder 9">
            <a:extLst>
              <a:ext uri="{FF2B5EF4-FFF2-40B4-BE49-F238E27FC236}">
                <a16:creationId xmlns:a16="http://schemas.microsoft.com/office/drawing/2014/main" id="{A06311B9-2019-6E65-850F-99063C33A822}"/>
              </a:ext>
            </a:extLst>
          </p:cNvPr>
          <p:cNvSpPr>
            <a:spLocks noGrp="1"/>
          </p:cNvSpPr>
          <p:nvPr>
            <p:ph type="pic" sz="quarter" idx="10"/>
          </p:nvPr>
        </p:nvSpPr>
        <p:spPr>
          <a:xfrm>
            <a:off x="6110068" y="0"/>
            <a:ext cx="6096000" cy="3423095"/>
          </a:xfrm>
          <a:solidFill>
            <a:srgbClr val="A69F98"/>
          </a:solidFill>
          <a:ln>
            <a:noFill/>
          </a:ln>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9" name="Title 1">
            <a:extLst>
              <a:ext uri="{FF2B5EF4-FFF2-40B4-BE49-F238E27FC236}">
                <a16:creationId xmlns:a16="http://schemas.microsoft.com/office/drawing/2014/main" id="{824E61B4-943A-D0EE-F313-CD075361BEA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dirty="0"/>
              <a:t>Presentation title.</a:t>
            </a:r>
          </a:p>
        </p:txBody>
      </p:sp>
      <p:sp>
        <p:nvSpPr>
          <p:cNvPr id="10" name="Text Placeholder 10">
            <a:extLst>
              <a:ext uri="{FF2B5EF4-FFF2-40B4-BE49-F238E27FC236}">
                <a16:creationId xmlns:a16="http://schemas.microsoft.com/office/drawing/2014/main" id="{D4713FE2-247B-9A43-4A7A-5C5A05C632ED}"/>
              </a:ext>
            </a:extLst>
          </p:cNvPr>
          <p:cNvSpPr>
            <a:spLocks noGrp="1"/>
          </p:cNvSpPr>
          <p:nvPr>
            <p:ph type="body" sz="quarter" idx="11" hasCustomPrompt="1"/>
          </p:nvPr>
        </p:nvSpPr>
        <p:spPr>
          <a:xfrm>
            <a:off x="1789112"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dirty="0"/>
              <a:t>Subtitle goes here.</a:t>
            </a:r>
          </a:p>
        </p:txBody>
      </p:sp>
      <p:pic>
        <p:nvPicPr>
          <p:cNvPr id="21" name="Picture 20">
            <a:extLst>
              <a:ext uri="{FF2B5EF4-FFF2-40B4-BE49-F238E27FC236}">
                <a16:creationId xmlns:a16="http://schemas.microsoft.com/office/drawing/2014/main" id="{61FBFC31-C4F7-3077-328F-D69745F2C18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71757" y="169114"/>
            <a:ext cx="1073363" cy="1215531"/>
          </a:xfrm>
          <a:prstGeom prst="rect">
            <a:avLst/>
          </a:prstGeom>
        </p:spPr>
      </p:pic>
      <p:sp>
        <p:nvSpPr>
          <p:cNvPr id="25" name="Rectangle 24">
            <a:extLst>
              <a:ext uri="{FF2B5EF4-FFF2-40B4-BE49-F238E27FC236}">
                <a16:creationId xmlns:a16="http://schemas.microsoft.com/office/drawing/2014/main" id="{1C67AADF-D050-5B88-5B1F-C43CD027697A}"/>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12" name="Rectangle 11">
            <a:extLst>
              <a:ext uri="{FF2B5EF4-FFF2-40B4-BE49-F238E27FC236}">
                <a16:creationId xmlns:a16="http://schemas.microsoft.com/office/drawing/2014/main" id="{CB1F1772-C77E-1EA3-167E-87C03E7700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76C8D36D-2F66-A05C-0487-4510E7C40FF8}"/>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dirty="0"/>
              <a:t>Date Month Year</a:t>
            </a:r>
          </a:p>
        </p:txBody>
      </p:sp>
      <p:sp>
        <p:nvSpPr>
          <p:cNvPr id="16" name="Text Placeholder 17">
            <a:extLst>
              <a:ext uri="{FF2B5EF4-FFF2-40B4-BE49-F238E27FC236}">
                <a16:creationId xmlns:a16="http://schemas.microsoft.com/office/drawing/2014/main" id="{83D5A8C2-BE44-8C4C-1789-33C5DC180C90}"/>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dirty="0"/>
              <a:t>Name / Department</a:t>
            </a:r>
          </a:p>
        </p:txBody>
      </p:sp>
      <p:sp>
        <p:nvSpPr>
          <p:cNvPr id="4" name="Rectangle 3">
            <a:extLst>
              <a:ext uri="{FF2B5EF4-FFF2-40B4-BE49-F238E27FC236}">
                <a16:creationId xmlns:a16="http://schemas.microsoft.com/office/drawing/2014/main" id="{E8EBEEF3-73C6-4B10-3DE2-27BA48F7DF1B}"/>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F766F940-32E9-92A6-D512-27D6E78C7C37}"/>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86494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3 Logo">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2F5CF978-4711-2268-60D0-A9FF61AFE8FB}"/>
              </a:ext>
            </a:extLst>
          </p:cNvPr>
          <p:cNvSpPr>
            <a:spLocks noGrp="1"/>
          </p:cNvSpPr>
          <p:nvPr>
            <p:ph type="pic" sz="quarter" idx="10"/>
          </p:nvPr>
        </p:nvSpPr>
        <p:spPr>
          <a:xfrm>
            <a:off x="6110068" y="-8165"/>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8" name="Title 1">
            <a:extLst>
              <a:ext uri="{FF2B5EF4-FFF2-40B4-BE49-F238E27FC236}">
                <a16:creationId xmlns:a16="http://schemas.microsoft.com/office/drawing/2014/main" id="{97894C13-0A71-2FB7-E295-A7963A0B963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dirty="0"/>
              <a:t>Presentation title.</a:t>
            </a:r>
          </a:p>
        </p:txBody>
      </p:sp>
      <p:sp>
        <p:nvSpPr>
          <p:cNvPr id="11" name="Text Placeholder 10">
            <a:extLst>
              <a:ext uri="{FF2B5EF4-FFF2-40B4-BE49-F238E27FC236}">
                <a16:creationId xmlns:a16="http://schemas.microsoft.com/office/drawing/2014/main" id="{CED6EACE-0556-4C5A-0207-6FD00994E755}"/>
              </a:ext>
            </a:extLst>
          </p:cNvPr>
          <p:cNvSpPr>
            <a:spLocks noGrp="1"/>
          </p:cNvSpPr>
          <p:nvPr>
            <p:ph type="body" sz="quarter" idx="11" hasCustomPrompt="1"/>
          </p:nvPr>
        </p:nvSpPr>
        <p:spPr>
          <a:xfrm>
            <a:off x="1789200"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dirty="0"/>
              <a:t>Subtitle goes here.</a:t>
            </a:r>
          </a:p>
        </p:txBody>
      </p:sp>
      <p:pic>
        <p:nvPicPr>
          <p:cNvPr id="23" name="Picture 22">
            <a:extLst>
              <a:ext uri="{FF2B5EF4-FFF2-40B4-BE49-F238E27FC236}">
                <a16:creationId xmlns:a16="http://schemas.microsoft.com/office/drawing/2014/main" id="{363D0769-CF99-1F40-88B2-AEC9EFB1E15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37" y="140219"/>
            <a:ext cx="2272339" cy="928139"/>
          </a:xfrm>
          <a:prstGeom prst="rect">
            <a:avLst/>
          </a:prstGeom>
        </p:spPr>
      </p:pic>
      <p:sp>
        <p:nvSpPr>
          <p:cNvPr id="19" name="Rectangle 18">
            <a:extLst>
              <a:ext uri="{FF2B5EF4-FFF2-40B4-BE49-F238E27FC236}">
                <a16:creationId xmlns:a16="http://schemas.microsoft.com/office/drawing/2014/main" id="{247A9B37-040E-9EA7-B2E8-B00B033B09F6}"/>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20" name="Rectangle 19">
            <a:extLst>
              <a:ext uri="{FF2B5EF4-FFF2-40B4-BE49-F238E27FC236}">
                <a16:creationId xmlns:a16="http://schemas.microsoft.com/office/drawing/2014/main" id="{2289F63A-2797-491B-8EF3-755334846C61}"/>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0" i="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10" name="Text Placeholder 17">
            <a:extLst>
              <a:ext uri="{FF2B5EF4-FFF2-40B4-BE49-F238E27FC236}">
                <a16:creationId xmlns:a16="http://schemas.microsoft.com/office/drawing/2014/main" id="{CB4691DF-A2C4-3A32-9376-0B041915F984}"/>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dirty="0"/>
              <a:t>Date Month Year</a:t>
            </a:r>
          </a:p>
        </p:txBody>
      </p:sp>
      <p:sp>
        <p:nvSpPr>
          <p:cNvPr id="12" name="Text Placeholder 17">
            <a:extLst>
              <a:ext uri="{FF2B5EF4-FFF2-40B4-BE49-F238E27FC236}">
                <a16:creationId xmlns:a16="http://schemas.microsoft.com/office/drawing/2014/main" id="{873184B1-F75C-A563-D925-0E2E15BF044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dirty="0"/>
              <a:t>Name / Department</a:t>
            </a:r>
          </a:p>
        </p:txBody>
      </p:sp>
      <p:sp>
        <p:nvSpPr>
          <p:cNvPr id="2" name="Rectangle 1">
            <a:extLst>
              <a:ext uri="{FF2B5EF4-FFF2-40B4-BE49-F238E27FC236}">
                <a16:creationId xmlns:a16="http://schemas.microsoft.com/office/drawing/2014/main" id="{2DB2A025-1D37-90EA-9E99-1FFC7C6E40C6}"/>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2EA6715-0F89-FA8B-9E90-200CFF8DA978}"/>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364179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4 Identifi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21" name="Title 1">
            <a:extLst>
              <a:ext uri="{FF2B5EF4-FFF2-40B4-BE49-F238E27FC236}">
                <a16:creationId xmlns:a16="http://schemas.microsoft.com/office/drawing/2014/main" id="{0D7CFDB8-C01C-B7A3-D2B5-D3AC6349C76D}"/>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dirty="0"/>
              <a:t>Name your presentation</a:t>
            </a:r>
          </a:p>
        </p:txBody>
      </p:sp>
      <p:sp>
        <p:nvSpPr>
          <p:cNvPr id="22" name="Text Placeholder 10">
            <a:extLst>
              <a:ext uri="{FF2B5EF4-FFF2-40B4-BE49-F238E27FC236}">
                <a16:creationId xmlns:a16="http://schemas.microsoft.com/office/drawing/2014/main" id="{98B4A13B-E9B5-D06E-24C2-99AE3440C6BA}"/>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dirty="0"/>
              <a:t>and a second line if you want</a:t>
            </a:r>
          </a:p>
        </p:txBody>
      </p:sp>
      <p:sp>
        <p:nvSpPr>
          <p:cNvPr id="6" name="Rectangle 5">
            <a:extLst>
              <a:ext uri="{FF2B5EF4-FFF2-40B4-BE49-F238E27FC236}">
                <a16:creationId xmlns:a16="http://schemas.microsoft.com/office/drawing/2014/main" id="{3F2A4502-10EB-B18E-E437-C75F2960718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73D0641-5AD5-83F9-E01A-A30C23F34E8E}"/>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0" name="Picture Placeholder 9">
            <a:extLst>
              <a:ext uri="{FF2B5EF4-FFF2-40B4-BE49-F238E27FC236}">
                <a16:creationId xmlns:a16="http://schemas.microsoft.com/office/drawing/2014/main" id="{9D179EC4-B562-D977-6FF8-EF49CD71DC1B}"/>
              </a:ext>
            </a:extLst>
          </p:cNvPr>
          <p:cNvSpPr>
            <a:spLocks noGrp="1"/>
          </p:cNvSpPr>
          <p:nvPr>
            <p:ph type="pic" sz="quarter" idx="10"/>
          </p:nvPr>
        </p:nvSpPr>
        <p:spPr>
          <a:xfrm>
            <a:off x="-60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4" name="Text Placeholder 17">
            <a:extLst>
              <a:ext uri="{FF2B5EF4-FFF2-40B4-BE49-F238E27FC236}">
                <a16:creationId xmlns:a16="http://schemas.microsoft.com/office/drawing/2014/main" id="{EBBF6A85-3F52-9C4E-EE30-C04D38943EB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dirty="0"/>
              <a:t>Date Month Year</a:t>
            </a:r>
          </a:p>
        </p:txBody>
      </p:sp>
      <p:sp>
        <p:nvSpPr>
          <p:cNvPr id="15" name="Text Placeholder 17">
            <a:extLst>
              <a:ext uri="{FF2B5EF4-FFF2-40B4-BE49-F238E27FC236}">
                <a16:creationId xmlns:a16="http://schemas.microsoft.com/office/drawing/2014/main" id="{724E8387-9A2D-3EA3-6912-4C75D0D3E08D}"/>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dirty="0"/>
              <a:t>Name / Department</a:t>
            </a:r>
          </a:p>
        </p:txBody>
      </p:sp>
      <p:sp>
        <p:nvSpPr>
          <p:cNvPr id="2" name="Rectangle 1">
            <a:extLst>
              <a:ext uri="{FF2B5EF4-FFF2-40B4-BE49-F238E27FC236}">
                <a16:creationId xmlns:a16="http://schemas.microsoft.com/office/drawing/2014/main" id="{0B9F2141-5B69-1D55-A89A-CC9C0BBB14C4}"/>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C1EC2C58-7AE9-FD52-03FA-0B9B77A795D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980145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4 Logo">
    <p:bg>
      <p:bgPr>
        <a:solidFill>
          <a:schemeClr val="accent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C30CA71-4EBB-F524-A0F3-95F548916E0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8" name="Rectangle 7">
            <a:extLst>
              <a:ext uri="{FF2B5EF4-FFF2-40B4-BE49-F238E27FC236}">
                <a16:creationId xmlns:a16="http://schemas.microsoft.com/office/drawing/2014/main" id="{2B28DC72-F3EC-3977-1100-4F8770F960B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A10AC3DF-3B3E-98B0-8989-D56544188FB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Title 1">
            <a:extLst>
              <a:ext uri="{FF2B5EF4-FFF2-40B4-BE49-F238E27FC236}">
                <a16:creationId xmlns:a16="http://schemas.microsoft.com/office/drawing/2014/main" id="{6B8C1DCD-5855-1A69-E3F2-A5F8FE04DD9A}"/>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dirty="0"/>
              <a:t>Name your presentation</a:t>
            </a:r>
          </a:p>
        </p:txBody>
      </p:sp>
      <p:sp>
        <p:nvSpPr>
          <p:cNvPr id="5" name="Text Placeholder 10">
            <a:extLst>
              <a:ext uri="{FF2B5EF4-FFF2-40B4-BE49-F238E27FC236}">
                <a16:creationId xmlns:a16="http://schemas.microsoft.com/office/drawing/2014/main" id="{B315634D-B68B-CC5E-E6ED-77CA7D365F58}"/>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dirty="0"/>
              <a:t>and a second line if you want</a:t>
            </a:r>
          </a:p>
        </p:txBody>
      </p:sp>
      <p:sp>
        <p:nvSpPr>
          <p:cNvPr id="6" name="Picture Placeholder 9">
            <a:extLst>
              <a:ext uri="{FF2B5EF4-FFF2-40B4-BE49-F238E27FC236}">
                <a16:creationId xmlns:a16="http://schemas.microsoft.com/office/drawing/2014/main" id="{D2B8C1CF-95B5-081F-5A80-6CB5E96BE33A}"/>
              </a:ext>
            </a:extLst>
          </p:cNvPr>
          <p:cNvSpPr>
            <a:spLocks noGrp="1"/>
          </p:cNvSpPr>
          <p:nvPr>
            <p:ph type="pic" sz="quarter" idx="10"/>
          </p:nvPr>
        </p:nvSpPr>
        <p:spPr>
          <a:xfrm>
            <a:off x="-78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5" name="Text Placeholder 17">
            <a:extLst>
              <a:ext uri="{FF2B5EF4-FFF2-40B4-BE49-F238E27FC236}">
                <a16:creationId xmlns:a16="http://schemas.microsoft.com/office/drawing/2014/main" id="{2624BB63-CFBE-6D38-67DC-89CBC68F70C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dirty="0"/>
              <a:t>Date Month Year</a:t>
            </a:r>
          </a:p>
        </p:txBody>
      </p:sp>
      <p:sp>
        <p:nvSpPr>
          <p:cNvPr id="16" name="Text Placeholder 17">
            <a:extLst>
              <a:ext uri="{FF2B5EF4-FFF2-40B4-BE49-F238E27FC236}">
                <a16:creationId xmlns:a16="http://schemas.microsoft.com/office/drawing/2014/main" id="{1451CECC-5C83-D778-3913-B2CDD34287D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dirty="0"/>
              <a:t>Name / Department</a:t>
            </a:r>
          </a:p>
        </p:txBody>
      </p:sp>
      <p:sp>
        <p:nvSpPr>
          <p:cNvPr id="2" name="Rectangle 1">
            <a:extLst>
              <a:ext uri="{FF2B5EF4-FFF2-40B4-BE49-F238E27FC236}">
                <a16:creationId xmlns:a16="http://schemas.microsoft.com/office/drawing/2014/main" id="{95C73865-D02A-2625-6337-BDBE32F1D7EC}"/>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8460945-1DD7-2F88-2D44-914A677CF93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744654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5 Identifier">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7F612221-5DCC-B9C7-12CD-382E9AD0DEFF}"/>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pic>
        <p:nvPicPr>
          <p:cNvPr id="20" name="Picture 19">
            <a:extLst>
              <a:ext uri="{FF2B5EF4-FFF2-40B4-BE49-F238E27FC236}">
                <a16:creationId xmlns:a16="http://schemas.microsoft.com/office/drawing/2014/main" id="{304BDC80-8B12-5FC9-8B9A-F0B0DE7F000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26" name="Title 1">
            <a:extLst>
              <a:ext uri="{FF2B5EF4-FFF2-40B4-BE49-F238E27FC236}">
                <a16:creationId xmlns:a16="http://schemas.microsoft.com/office/drawing/2014/main" id="{3A341223-8BC3-AA03-4D74-C5D49C154CEC}"/>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dirty="0"/>
              <a:t>Name your presentation</a:t>
            </a:r>
            <a:br>
              <a:rPr lang="en-GB" dirty="0"/>
            </a:br>
            <a:r>
              <a:rPr lang="en-GB" dirty="0"/>
              <a:t>and a second line if you want</a:t>
            </a:r>
          </a:p>
        </p:txBody>
      </p:sp>
      <p:sp>
        <p:nvSpPr>
          <p:cNvPr id="8" name="Rectangle 7">
            <a:extLst>
              <a:ext uri="{FF2B5EF4-FFF2-40B4-BE49-F238E27FC236}">
                <a16:creationId xmlns:a16="http://schemas.microsoft.com/office/drawing/2014/main" id="{3D8318CF-3CCD-3AF4-872F-CDD4B433341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BB0B124C-5F4C-4B6C-50E2-573641D4E037}"/>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4" name="Text Placeholder 17">
            <a:extLst>
              <a:ext uri="{FF2B5EF4-FFF2-40B4-BE49-F238E27FC236}">
                <a16:creationId xmlns:a16="http://schemas.microsoft.com/office/drawing/2014/main" id="{7FC8C9FB-5E98-BD41-56D5-454EA5077EF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noProof="0" dirty="0"/>
              <a:t>Date Month Year</a:t>
            </a:r>
          </a:p>
        </p:txBody>
      </p:sp>
      <p:sp>
        <p:nvSpPr>
          <p:cNvPr id="25" name="Text Placeholder 17">
            <a:extLst>
              <a:ext uri="{FF2B5EF4-FFF2-40B4-BE49-F238E27FC236}">
                <a16:creationId xmlns:a16="http://schemas.microsoft.com/office/drawing/2014/main" id="{E886B41F-6504-6D27-A3AB-0AF7E595BB23}"/>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dirty="0"/>
              <a:t>Name / Department</a:t>
            </a:r>
          </a:p>
        </p:txBody>
      </p:sp>
      <p:sp>
        <p:nvSpPr>
          <p:cNvPr id="2" name="Rectangle 1">
            <a:extLst>
              <a:ext uri="{FF2B5EF4-FFF2-40B4-BE49-F238E27FC236}">
                <a16:creationId xmlns:a16="http://schemas.microsoft.com/office/drawing/2014/main" id="{E99E76A2-D5A0-8F16-AEC9-217A40AE0163}"/>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90EEDE7A-90F8-1208-8788-789421A26C2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7427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5 Logo">
    <p:bg>
      <p:bgPr>
        <a:solidFill>
          <a:schemeClr val="accent1"/>
        </a:solid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148508B3-0D8F-45FC-2C23-DCC551FCF4E5}"/>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dirty="0"/>
              <a:t>Name your presentation</a:t>
            </a:r>
            <a:br>
              <a:rPr lang="en-GB" dirty="0"/>
            </a:br>
            <a:r>
              <a:rPr lang="en-GB" dirty="0"/>
              <a:t>and a second line if you want</a:t>
            </a:r>
          </a:p>
        </p:txBody>
      </p:sp>
      <p:pic>
        <p:nvPicPr>
          <p:cNvPr id="30" name="Picture 29">
            <a:extLst>
              <a:ext uri="{FF2B5EF4-FFF2-40B4-BE49-F238E27FC236}">
                <a16:creationId xmlns:a16="http://schemas.microsoft.com/office/drawing/2014/main" id="{340D143C-4BA4-770A-103A-9636E31B9F2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8B669B3C-7E4A-3663-6F27-33A96A1AB047}"/>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34AF9926-9CA9-650C-53C4-3CCBF3A68F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Picture Placeholder 9">
            <a:extLst>
              <a:ext uri="{FF2B5EF4-FFF2-40B4-BE49-F238E27FC236}">
                <a16:creationId xmlns:a16="http://schemas.microsoft.com/office/drawing/2014/main" id="{5C17DFC7-8246-9C9D-4E68-D83C95E48DDB}"/>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sp>
        <p:nvSpPr>
          <p:cNvPr id="13" name="Text Placeholder 17">
            <a:extLst>
              <a:ext uri="{FF2B5EF4-FFF2-40B4-BE49-F238E27FC236}">
                <a16:creationId xmlns:a16="http://schemas.microsoft.com/office/drawing/2014/main" id="{0DE2312C-7CDA-866B-87EF-6CC66203D40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dirty="0"/>
              <a:t>Date Month Year</a:t>
            </a:r>
          </a:p>
        </p:txBody>
      </p:sp>
      <p:sp>
        <p:nvSpPr>
          <p:cNvPr id="14" name="Text Placeholder 17">
            <a:extLst>
              <a:ext uri="{FF2B5EF4-FFF2-40B4-BE49-F238E27FC236}">
                <a16:creationId xmlns:a16="http://schemas.microsoft.com/office/drawing/2014/main" id="{12C4089B-C23C-95C1-CD26-2742CA9C7DA1}"/>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dirty="0"/>
              <a:t>Name / Department</a:t>
            </a:r>
          </a:p>
        </p:txBody>
      </p:sp>
      <p:sp>
        <p:nvSpPr>
          <p:cNvPr id="2" name="Rectangle 1">
            <a:extLst>
              <a:ext uri="{FF2B5EF4-FFF2-40B4-BE49-F238E27FC236}">
                <a16:creationId xmlns:a16="http://schemas.microsoft.com/office/drawing/2014/main" id="{42E71148-6CEE-5504-4CF2-C7C5A4C856C0}"/>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0856C750-7ABF-E7F9-C067-DD587C69634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793509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C00CCAA-D463-3023-8E1F-EDBA59F56C36}"/>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dirty="0"/>
              <a:t>Index or Agenda</a:t>
            </a:r>
          </a:p>
        </p:txBody>
      </p:sp>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dirty="0"/>
              <a:t>Chapter titles goes here</a:t>
            </a:r>
          </a:p>
          <a:p>
            <a:pPr lvl="0"/>
            <a:endParaRPr lang="en-GB" dirty="0"/>
          </a:p>
          <a:p>
            <a:pPr lvl="0"/>
            <a:endParaRPr lang="en-GB" dirty="0"/>
          </a:p>
        </p:txBody>
      </p:sp>
      <p:sp>
        <p:nvSpPr>
          <p:cNvPr id="6" name="Text Placeholder 21">
            <a:extLst>
              <a:ext uri="{FF2B5EF4-FFF2-40B4-BE49-F238E27FC236}">
                <a16:creationId xmlns:a16="http://schemas.microsoft.com/office/drawing/2014/main" id="{F713946D-B33B-8F25-DEBD-2D5662E63CA7}"/>
              </a:ext>
            </a:extLst>
          </p:cNvPr>
          <p:cNvSpPr>
            <a:spLocks noGrp="1"/>
          </p:cNvSpPr>
          <p:nvPr>
            <p:ph type="body" sz="quarter" idx="15" hasCustomPrompt="1"/>
          </p:nvPr>
        </p:nvSpPr>
        <p:spPr>
          <a:xfrm>
            <a:off x="6488176" y="1700979"/>
            <a:ext cx="5167898" cy="386901"/>
          </a:xfrm>
        </p:spPr>
        <p:txBody>
          <a:bodyPr vert="horz" lIns="91440" tIns="45720" rIns="91440" bIns="45720" rtlCol="0" anchor="b" anchorCtr="0">
            <a:noAutofit/>
          </a:bodyPr>
          <a:lstStyle>
            <a:lvl1pPr marL="0" indent="0">
              <a:buNone/>
              <a:defRPr lang="en-NL" sz="2000" b="1" i="0" dirty="0">
                <a:latin typeface="ING Me" panose="02000506040000020004" pitchFamily="2" charset="0"/>
                <a:cs typeface="ING Me" panose="02000506040000020004" pitchFamily="2" charset="0"/>
              </a:defRPr>
            </a:lvl1pPr>
          </a:lstStyle>
          <a:p>
            <a:pPr marL="228600" lvl="0" indent="-228600"/>
            <a:r>
              <a:rPr lang="en-GB" dirty="0"/>
              <a:t>Second headline</a:t>
            </a:r>
          </a:p>
        </p:txBody>
      </p:sp>
      <p:sp>
        <p:nvSpPr>
          <p:cNvPr id="3" name="Text Placeholder 21">
            <a:extLst>
              <a:ext uri="{FF2B5EF4-FFF2-40B4-BE49-F238E27FC236}">
                <a16:creationId xmlns:a16="http://schemas.microsoft.com/office/drawing/2014/main" id="{05769A12-B68E-1C17-42BA-49A5E50F73ED}"/>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None/>
              <a:defRPr sz="2000" b="1" i="0">
                <a:solidFill>
                  <a:schemeClr val="tx1"/>
                </a:solidFill>
                <a:latin typeface="ING Me" panose="02000506040000020004" pitchFamily="2" charset="0"/>
                <a:cs typeface="ING Me" panose="02000506040000020004" pitchFamily="2" charset="0"/>
              </a:defRPr>
            </a:lvl1pPr>
          </a:lstStyle>
          <a:p>
            <a:pPr lvl="0"/>
            <a:r>
              <a:rPr lang="en-GB" dirty="0"/>
              <a:t>One headline</a:t>
            </a:r>
          </a:p>
        </p:txBody>
      </p:sp>
      <p:sp>
        <p:nvSpPr>
          <p:cNvPr id="2" name="Rectangle 1">
            <a:extLst>
              <a:ext uri="{FF2B5EF4-FFF2-40B4-BE49-F238E27FC236}">
                <a16:creationId xmlns:a16="http://schemas.microsoft.com/office/drawing/2014/main" id="{3966B200-D205-9C2D-95E8-A20342797EA6}"/>
              </a:ext>
            </a:extLst>
          </p:cNvPr>
          <p:cNvSpPr>
            <a:spLocks noChangeArrowheads="1"/>
          </p:cNvSpPr>
          <p:nvPr userDrawn="1"/>
        </p:nvSpPr>
        <p:spPr bwMode="gray">
          <a:xfrm>
            <a:off x="-281511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8" name="Slide Number Placeholder 7">
            <a:extLst>
              <a:ext uri="{FF2B5EF4-FFF2-40B4-BE49-F238E27FC236}">
                <a16:creationId xmlns:a16="http://schemas.microsoft.com/office/drawing/2014/main" id="{9DB42DC2-A39C-4488-D860-0B5E15F5DF57}"/>
              </a:ext>
            </a:extLst>
          </p:cNvPr>
          <p:cNvSpPr>
            <a:spLocks noGrp="1"/>
          </p:cNvSpPr>
          <p:nvPr>
            <p:ph type="sldNum" sz="quarter" idx="18"/>
          </p:nvPr>
        </p:nvSpPr>
        <p:spPr/>
        <p:txBody>
          <a:bodyPr/>
          <a:lstStyle/>
          <a:p>
            <a:fld id="{A56DC5C3-3BE5-034A-8352-A8E8F559C4F3}" type="slidenum">
              <a:rPr lang="en-GB" smtClean="0"/>
              <a:pPr/>
              <a:t>‹#›</a:t>
            </a:fld>
            <a:endParaRPr lang="en-GB"/>
          </a:p>
        </p:txBody>
      </p:sp>
      <p:sp>
        <p:nvSpPr>
          <p:cNvPr id="7" name="Text Placeholder 25">
            <a:extLst>
              <a:ext uri="{FF2B5EF4-FFF2-40B4-BE49-F238E27FC236}">
                <a16:creationId xmlns:a16="http://schemas.microsoft.com/office/drawing/2014/main" id="{15319C92-DA86-31DA-07C1-42646CBA911F}"/>
              </a:ext>
            </a:extLst>
          </p:cNvPr>
          <p:cNvSpPr>
            <a:spLocks noGrp="1"/>
          </p:cNvSpPr>
          <p:nvPr>
            <p:ph type="body" sz="quarter" idx="19" hasCustomPrompt="1"/>
          </p:nvPr>
        </p:nvSpPr>
        <p:spPr>
          <a:xfrm>
            <a:off x="648817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dirty="0"/>
              <a:t>Chapter titles goes here</a:t>
            </a:r>
          </a:p>
          <a:p>
            <a:pPr lvl="0"/>
            <a:endParaRPr lang="en-GB" dirty="0"/>
          </a:p>
          <a:p>
            <a:pPr lvl="0"/>
            <a:endParaRPr lang="en-GB" dirty="0"/>
          </a:p>
        </p:txBody>
      </p:sp>
    </p:spTree>
    <p:extLst>
      <p:ext uri="{BB962C8B-B14F-4D97-AF65-F5344CB8AC3E}">
        <p14:creationId xmlns:p14="http://schemas.microsoft.com/office/powerpoint/2010/main" val="35269181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2">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dirty="0"/>
              <a:t>Index or Agenda</a:t>
            </a:r>
          </a:p>
        </p:txBody>
      </p:sp>
      <p:sp>
        <p:nvSpPr>
          <p:cNvPr id="8" name="Text Placeholder 21">
            <a:extLst>
              <a:ext uri="{FF2B5EF4-FFF2-40B4-BE49-F238E27FC236}">
                <a16:creationId xmlns:a16="http://schemas.microsoft.com/office/drawing/2014/main" id="{A8E06133-D27B-8B21-9A56-8D4B2DE30B93}"/>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dirty="0"/>
              <a:t>One headline</a:t>
            </a:r>
          </a:p>
        </p:txBody>
      </p:sp>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7" name="Text Placeholder 25">
            <a:extLst>
              <a:ext uri="{FF2B5EF4-FFF2-40B4-BE49-F238E27FC236}">
                <a16:creationId xmlns:a16="http://schemas.microsoft.com/office/drawing/2014/main" id="{F71D162C-0A82-A325-C1D5-883A13AE27FB}"/>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dirty="0"/>
              <a:t>Chapter titles goes here</a:t>
            </a:r>
          </a:p>
          <a:p>
            <a:pPr lvl="0"/>
            <a:endParaRPr lang="en-GB" dirty="0"/>
          </a:p>
          <a:p>
            <a:pPr lvl="0"/>
            <a:endParaRPr lang="en-GB" dirty="0"/>
          </a:p>
          <a:p>
            <a:pPr lvl="0"/>
            <a:endParaRPr lang="en-GB" dirty="0"/>
          </a:p>
        </p:txBody>
      </p:sp>
    </p:spTree>
    <p:extLst>
      <p:ext uri="{BB962C8B-B14F-4D97-AF65-F5344CB8AC3E}">
        <p14:creationId xmlns:p14="http://schemas.microsoft.com/office/powerpoint/2010/main" val="1062017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dex 3">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ADDFA17-58A7-F33D-A90D-C89C49FD1131}"/>
              </a:ext>
            </a:extLst>
          </p:cNvPr>
          <p:cNvSpPr>
            <a:spLocks noGrp="1"/>
          </p:cNvSpPr>
          <p:nvPr>
            <p:ph type="title" hasCustomPrompt="1"/>
          </p:nvPr>
        </p:nvSpPr>
        <p:spPr>
          <a:xfrm>
            <a:off x="45679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dirty="0"/>
              <a:t>Index or Agenda</a:t>
            </a:r>
          </a:p>
        </p:txBody>
      </p:sp>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6" name="Text Placeholder 21">
            <a:extLst>
              <a:ext uri="{FF2B5EF4-FFF2-40B4-BE49-F238E27FC236}">
                <a16:creationId xmlns:a16="http://schemas.microsoft.com/office/drawing/2014/main" id="{061D8306-4AF6-14FD-6C14-7FE748F97B5C}"/>
              </a:ext>
            </a:extLst>
          </p:cNvPr>
          <p:cNvSpPr>
            <a:spLocks noGrp="1"/>
          </p:cNvSpPr>
          <p:nvPr>
            <p:ph type="body" sz="quarter" idx="11" hasCustomPrompt="1"/>
          </p:nvPr>
        </p:nvSpPr>
        <p:spPr>
          <a:xfrm>
            <a:off x="4567936" y="1700979"/>
            <a:ext cx="5167898" cy="386901"/>
          </a:xfrm>
        </p:spPr>
        <p:txBody>
          <a:bodyPr vert="horz" lIns="91440" tIns="45720" rIns="91440" bIns="45720" rtlCol="0" anchor="b" anchorCtr="0">
            <a:noAutofit/>
          </a:bodyPr>
          <a:lstStyle>
            <a:lvl1pPr marL="0" indent="0">
              <a:buNone/>
              <a:defRPr lang="en-NL" sz="2000" b="1" i="0" dirty="0"/>
            </a:lvl1pPr>
          </a:lstStyle>
          <a:p>
            <a:pPr marL="228600" lvl="0" indent="-228600"/>
            <a:r>
              <a:rPr lang="en-GB" dirty="0"/>
              <a:t>One headline</a:t>
            </a:r>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Text Placeholder 25">
            <a:extLst>
              <a:ext uri="{FF2B5EF4-FFF2-40B4-BE49-F238E27FC236}">
                <a16:creationId xmlns:a16="http://schemas.microsoft.com/office/drawing/2014/main" id="{3F7C407C-9C00-B7B6-AD77-222090BCD1CD}"/>
              </a:ext>
            </a:extLst>
          </p:cNvPr>
          <p:cNvSpPr>
            <a:spLocks noGrp="1"/>
          </p:cNvSpPr>
          <p:nvPr>
            <p:ph type="body" sz="quarter" idx="14" hasCustomPrompt="1"/>
          </p:nvPr>
        </p:nvSpPr>
        <p:spPr>
          <a:xfrm>
            <a:off x="456793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dirty="0"/>
              <a:t>Chapter titles goes here</a:t>
            </a:r>
          </a:p>
          <a:p>
            <a:pPr lvl="0"/>
            <a:endParaRPr lang="en-GB" dirty="0"/>
          </a:p>
        </p:txBody>
      </p:sp>
      <p:sp>
        <p:nvSpPr>
          <p:cNvPr id="9" name="Slide Number Placeholder 8">
            <a:extLst>
              <a:ext uri="{FF2B5EF4-FFF2-40B4-BE49-F238E27FC236}">
                <a16:creationId xmlns:a16="http://schemas.microsoft.com/office/drawing/2014/main" id="{1A16EC88-CD4A-FCF4-88FA-30482AC71142}"/>
              </a:ext>
            </a:extLst>
          </p:cNvPr>
          <p:cNvSpPr>
            <a:spLocks noGrp="1"/>
          </p:cNvSpPr>
          <p:nvPr>
            <p:ph type="sldNum" sz="quarter" idx="16"/>
          </p:nvPr>
        </p:nvSpPr>
        <p:spPr/>
        <p:txBody>
          <a:bodyPr/>
          <a:lstStyle/>
          <a:p>
            <a:fld id="{A56DC5C3-3BE5-034A-8352-A8E8F559C4F3}" type="slidenum">
              <a:rPr lang="en-GB" smtClean="0"/>
              <a:pPr/>
              <a:t>‹#›</a:t>
            </a:fld>
            <a:endParaRPr lang="en-GB"/>
          </a:p>
        </p:txBody>
      </p:sp>
    </p:spTree>
    <p:extLst>
      <p:ext uri="{BB962C8B-B14F-4D97-AF65-F5344CB8AC3E}">
        <p14:creationId xmlns:p14="http://schemas.microsoft.com/office/powerpoint/2010/main" val="2063648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Title 1">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6208FA-F43A-F1F2-8E38-778FCA7170EC}"/>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8017334-37A4-34DB-7E50-ED1E91BF7714}"/>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C9E29B96-62D5-F4B5-11F7-C173C7B5D79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B309E086-BA97-08F9-EE04-5A5083BB916F}"/>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1BBC77AE-D1B9-6594-5BB5-E3F6D2E109C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3A238E8C-5EF5-88E4-5535-8FDCE8DA8E0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E3609ED9-0305-9643-1939-BD78C75C4B8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4165E29B-A1D3-0F5D-140C-102A1541027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476B9962-6850-89F1-ACAF-B00611841D94}"/>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4" name="Rectangle 3">
              <a:extLst>
                <a:ext uri="{FF2B5EF4-FFF2-40B4-BE49-F238E27FC236}">
                  <a16:creationId xmlns:a16="http://schemas.microsoft.com/office/drawing/2014/main" id="{D1DBF74C-3686-53AE-132F-D95007DE0F6C}"/>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
        <p:nvSpPr>
          <p:cNvPr id="12" name="Text Placeholder 11">
            <a:extLst>
              <a:ext uri="{FF2B5EF4-FFF2-40B4-BE49-F238E27FC236}">
                <a16:creationId xmlns:a16="http://schemas.microsoft.com/office/drawing/2014/main" id="{B2E19216-7F03-020A-39F2-71EC1B1EC673}"/>
              </a:ext>
            </a:extLst>
          </p:cNvPr>
          <p:cNvSpPr>
            <a:spLocks noGrp="1"/>
          </p:cNvSpPr>
          <p:nvPr>
            <p:ph type="body" sz="quarter" idx="10" hasCustomPrompt="1"/>
          </p:nvPr>
        </p:nvSpPr>
        <p:spPr>
          <a:xfrm>
            <a:off x="1596000" y="2274888"/>
            <a:ext cx="8996400" cy="2308225"/>
          </a:xfrm>
        </p:spPr>
        <p:txBody>
          <a:bodyPr>
            <a:noAutofit/>
          </a:bodyPr>
          <a:lstStyle>
            <a:lvl1pPr marL="0" indent="0" algn="ctr">
              <a:lnSpc>
                <a:spcPct val="100000"/>
              </a:lnSpc>
              <a:buNone/>
              <a:defRPr sz="7200" b="0" i="0">
                <a:solidFill>
                  <a:schemeClr val="bg1"/>
                </a:solidFill>
                <a:latin typeface="ING display" panose="020B0603030508020203" pitchFamily="34" charset="77"/>
              </a:defRPr>
            </a:lvl1pPr>
          </a:lstStyle>
          <a:p>
            <a:pPr lvl="0"/>
            <a:r>
              <a:rPr lang="en-GB" dirty="0"/>
              <a:t>Chapter title running over two lines</a:t>
            </a:r>
          </a:p>
        </p:txBody>
      </p:sp>
    </p:spTree>
    <p:extLst>
      <p:ext uri="{BB962C8B-B14F-4D97-AF65-F5344CB8AC3E}">
        <p14:creationId xmlns:p14="http://schemas.microsoft.com/office/powerpoint/2010/main" val="2627590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hapter Title 2">
    <p:bg>
      <p:bgPr>
        <a:solidFill>
          <a:schemeClr val="tx2"/>
        </a:solidFill>
        <a:effectLst/>
      </p:bgPr>
    </p:bg>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9E77D8F3-7EFF-8985-8965-388CBDDA7669}"/>
              </a:ext>
            </a:extLst>
          </p:cNvPr>
          <p:cNvSpPr>
            <a:spLocks noGrp="1"/>
          </p:cNvSpPr>
          <p:nvPr>
            <p:ph type="body" sz="quarter" idx="11" hasCustomPrompt="1"/>
          </p:nvPr>
        </p:nvSpPr>
        <p:spPr>
          <a:xfrm>
            <a:off x="6014720" y="5423212"/>
            <a:ext cx="5049519" cy="1077218"/>
          </a:xfrm>
          <a:noFill/>
        </p:spPr>
        <p:txBody>
          <a:bodyPr wrap="square" rtlCol="0" anchor="t">
            <a:noAutofit/>
          </a:bodyPr>
          <a:lstStyle>
            <a:lvl1pPr marL="0" indent="0" algn="l">
              <a:lnSpc>
                <a:spcPct val="100000"/>
              </a:lnSpc>
              <a:buNone/>
              <a:defRPr lang="en-GB" sz="3200" dirty="0" smtClean="0">
                <a:solidFill>
                  <a:schemeClr val="bg1"/>
                </a:solidFill>
                <a:latin typeface="ING Me" panose="02000506040000020004" pitchFamily="2" charset="0"/>
                <a:cs typeface="ING Me" panose="02000506040000020004" pitchFamily="2" charset="0"/>
              </a:defRPr>
            </a:lvl1pPr>
          </a:lstStyle>
          <a:p>
            <a:pPr marL="0" lvl="0" defTabSz="457200"/>
            <a:r>
              <a:rPr lang="en-GB" dirty="0"/>
              <a:t>A smaller headline for this chapter goes here</a:t>
            </a:r>
          </a:p>
        </p:txBody>
      </p:sp>
      <p:sp>
        <p:nvSpPr>
          <p:cNvPr id="5" name="Title 4">
            <a:extLst>
              <a:ext uri="{FF2B5EF4-FFF2-40B4-BE49-F238E27FC236}">
                <a16:creationId xmlns:a16="http://schemas.microsoft.com/office/drawing/2014/main" id="{608539A3-5494-AFA4-2CA0-0A037C79B1DB}"/>
              </a:ext>
            </a:extLst>
          </p:cNvPr>
          <p:cNvSpPr>
            <a:spLocks noGrp="1"/>
          </p:cNvSpPr>
          <p:nvPr>
            <p:ph type="title"/>
          </p:nvPr>
        </p:nvSpPr>
        <p:spPr>
          <a:xfrm>
            <a:off x="273899" y="157496"/>
            <a:ext cx="8715118" cy="2308324"/>
          </a:xfrm>
        </p:spPr>
        <p:txBody>
          <a:bodyPr>
            <a:noAutofit/>
          </a:bodyPr>
          <a:lstStyle>
            <a:lvl1pPr>
              <a:defRPr sz="7200" b="0" i="0">
                <a:solidFill>
                  <a:schemeClr val="bg1"/>
                </a:solidFill>
                <a:latin typeface="ING display" panose="020B0603030508020203" pitchFamily="34" charset="77"/>
              </a:defRPr>
            </a:lvl1pPr>
          </a:lstStyle>
          <a:p>
            <a:r>
              <a:rPr lang="en-US"/>
              <a:t>Click to edit Master title style</a:t>
            </a:r>
            <a:endParaRPr lang="en-GB" dirty="0"/>
          </a:p>
        </p:txBody>
      </p:sp>
      <p:sp>
        <p:nvSpPr>
          <p:cNvPr id="32" name="TextBox 31">
            <a:extLst>
              <a:ext uri="{FF2B5EF4-FFF2-40B4-BE49-F238E27FC236}">
                <a16:creationId xmlns:a16="http://schemas.microsoft.com/office/drawing/2014/main" id="{8CF2161D-0532-D994-665F-514F9798DB4D}"/>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B6E6E2FD-BA35-22B4-40D7-BD6484A0DE3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8ADF4A23-FEAF-6D28-6426-427816E78E81}"/>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2A9B59F-1AD5-95E4-D6B3-1DF4CC3CA1D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1BE1240C-CB61-BFA2-5712-03137DB7932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BD58F838-B704-5F11-9D09-4AADFEF320D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20713378-340E-13F3-7927-64737986E4CD}"/>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CB68922-F37F-1C30-C2B8-8BEBD32E5617}"/>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0F74AFFF-1B32-2442-7D2E-1EB41D83214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006CEBBC-2F8F-B59E-8C72-5DEAB69CE4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5B7C18F-7B22-95EB-F34F-262DB5B9E9E2}"/>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93417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Title 3">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noAutofit/>
          </a:bodyPr>
          <a:lstStyle>
            <a:lvl1pPr>
              <a:defRPr lang="en-NL" sz="5400" b="0" i="0">
                <a:solidFill>
                  <a:schemeClr val="bg1"/>
                </a:solidFill>
                <a:latin typeface="ING display" panose="020B0603030508020203" pitchFamily="34" charset="77"/>
                <a:ea typeface="+mn-ea"/>
                <a:cs typeface="+mn-cs"/>
              </a:defRPr>
            </a:lvl1pPr>
          </a:lstStyle>
          <a:p>
            <a:pPr marL="0" lvl="0" defTabSz="457200"/>
            <a:r>
              <a:rPr lang="en-GB" dirty="0"/>
              <a:t>Chapter title running over two lines</a:t>
            </a:r>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15" name="Rectangle 14">
            <a:extLst>
              <a:ext uri="{FF2B5EF4-FFF2-40B4-BE49-F238E27FC236}">
                <a16:creationId xmlns:a16="http://schemas.microsoft.com/office/drawing/2014/main" id="{DBD73E9E-EB82-F3B2-BA84-2F21DC6A05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497A1260-BC59-40F2-E417-7352DD80B5B0}"/>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3" name="Rectangle 2">
            <a:extLst>
              <a:ext uri="{FF2B5EF4-FFF2-40B4-BE49-F238E27FC236}">
                <a16:creationId xmlns:a16="http://schemas.microsoft.com/office/drawing/2014/main" id="{02190178-1860-176A-65EB-B2251AA4B5E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7" name="Group 6">
            <a:extLst>
              <a:ext uri="{FF2B5EF4-FFF2-40B4-BE49-F238E27FC236}">
                <a16:creationId xmlns:a16="http://schemas.microsoft.com/office/drawing/2014/main" id="{2AA18741-75FC-DC29-65DE-AA351963852B}"/>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1F33B450-8BE3-716F-92DF-7757DF2538F6}"/>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F45C15E3-47DC-1676-FE4C-D911A73FE1B1}"/>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800F898D-58EF-A403-C9C2-45BD3E567492}"/>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90245FEB-51A5-1950-95D2-379EBF00F934}"/>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991CF61D-E318-A0C5-7D6B-4DD7177DCD2C}"/>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B7D48584-59A9-7FCC-473E-0C15DC4B2FE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F3D80C46-F927-D0C9-66CF-47463FB6F973}"/>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671267F8-9A33-B182-6C78-2CDF68E7198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26380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Title 4">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BE616AF-05A6-5032-0AAD-17922A7E661D}"/>
              </a:ext>
            </a:extLst>
          </p:cNvPr>
          <p:cNvSpPr>
            <a:spLocks noGrp="1"/>
          </p:cNvSpPr>
          <p:nvPr>
            <p:ph type="title"/>
          </p:nvPr>
        </p:nvSpPr>
        <p:spPr>
          <a:xfrm>
            <a:off x="1597800" y="777768"/>
            <a:ext cx="8996400" cy="2308324"/>
          </a:xfrm>
        </p:spPr>
        <p:txBody>
          <a:bodyPr>
            <a:spAutoFit/>
          </a:bodyPr>
          <a:lstStyle>
            <a:lvl1pPr algn="ctr">
              <a:defRPr sz="7200" b="0" i="0">
                <a:solidFill>
                  <a:schemeClr val="bg1"/>
                </a:solidFill>
                <a:latin typeface="ING display" panose="020B0603030508020203" pitchFamily="34" charset="77"/>
              </a:defRPr>
            </a:lvl1pPr>
          </a:lstStyle>
          <a:p>
            <a:r>
              <a:rPr lang="en-US"/>
              <a:t>Click to edit Master title style</a:t>
            </a:r>
            <a:endParaRPr lang="en-GB" dirty="0"/>
          </a:p>
        </p:txBody>
      </p:sp>
      <p:sp>
        <p:nvSpPr>
          <p:cNvPr id="5" name="Picture Placeholder 4">
            <a:extLst>
              <a:ext uri="{FF2B5EF4-FFF2-40B4-BE49-F238E27FC236}">
                <a16:creationId xmlns:a16="http://schemas.microsoft.com/office/drawing/2014/main" id="{7F85D18E-AF35-3BB8-C740-48C633623C39}"/>
              </a:ext>
            </a:extLst>
          </p:cNvPr>
          <p:cNvSpPr>
            <a:spLocks noGrp="1"/>
          </p:cNvSpPr>
          <p:nvPr>
            <p:ph type="pic" sz="quarter" idx="10"/>
          </p:nvPr>
        </p:nvSpPr>
        <p:spPr>
          <a:xfrm>
            <a:off x="1050925" y="4140200"/>
            <a:ext cx="10123756" cy="27178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24" name="TextBox 23">
            <a:extLst>
              <a:ext uri="{FF2B5EF4-FFF2-40B4-BE49-F238E27FC236}">
                <a16:creationId xmlns:a16="http://schemas.microsoft.com/office/drawing/2014/main" id="{BF8155DA-918D-0BB5-4204-3D8EB9974438}"/>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3" name="Rectangle 22">
            <a:extLst>
              <a:ext uri="{FF2B5EF4-FFF2-40B4-BE49-F238E27FC236}">
                <a16:creationId xmlns:a16="http://schemas.microsoft.com/office/drawing/2014/main" id="{23318A73-B7E7-4E89-B499-52D1D2FD651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0DBA410A-AFDC-167B-439D-C892347FD668}"/>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1" name="Group 10">
            <a:extLst>
              <a:ext uri="{FF2B5EF4-FFF2-40B4-BE49-F238E27FC236}">
                <a16:creationId xmlns:a16="http://schemas.microsoft.com/office/drawing/2014/main" id="{7E39AC1F-3471-4D8B-B3E8-1D5B91CE1C2B}"/>
              </a:ext>
            </a:extLst>
          </p:cNvPr>
          <p:cNvGrpSpPr/>
          <p:nvPr userDrawn="1"/>
        </p:nvGrpSpPr>
        <p:grpSpPr>
          <a:xfrm>
            <a:off x="-2579659" y="3714818"/>
            <a:ext cx="2144619" cy="2625866"/>
            <a:chOff x="-2608729" y="1272988"/>
            <a:chExt cx="2064454" cy="3585883"/>
          </a:xfrm>
        </p:grpSpPr>
        <p:sp>
          <p:nvSpPr>
            <p:cNvPr id="12" name="Rectangle 11">
              <a:extLst>
                <a:ext uri="{FF2B5EF4-FFF2-40B4-BE49-F238E27FC236}">
                  <a16:creationId xmlns:a16="http://schemas.microsoft.com/office/drawing/2014/main" id="{BAF7C133-0D0E-F2EA-5114-67507FEB2469}"/>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691DFF12-A2D2-6FAA-BF65-3795D60C9408}"/>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3D05315A-EF5C-3B4E-354A-EC2A4B2BF1D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CDED29F4-B58E-C21A-D491-EA372ACFD14C}"/>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3F2E6934-DF03-1F3B-7A45-87B1DF4986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4BDE3306-7AAC-D5DA-AA60-4849935570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1F46571-A3EF-0902-9642-E95957DF5A69}"/>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56F65B9D-9C33-8374-F137-E145C6047176}"/>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7522843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Title 5">
    <p:bg>
      <p:bgPr>
        <a:solidFill>
          <a:schemeClr val="tx2"/>
        </a:solidFill>
        <a:effectLst/>
      </p:bgPr>
    </p:bg>
    <p:spTree>
      <p:nvGrpSpPr>
        <p:cNvPr id="1" name=""/>
        <p:cNvGrpSpPr/>
        <p:nvPr/>
      </p:nvGrpSpPr>
      <p:grpSpPr>
        <a:xfrm>
          <a:off x="0" y="0"/>
          <a:ext cx="0" cy="0"/>
          <a:chOff x="0" y="0"/>
          <a:chExt cx="0" cy="0"/>
        </a:xfrm>
      </p:grpSpPr>
      <p:sp>
        <p:nvSpPr>
          <p:cNvPr id="23" name="Picture Placeholder 9">
            <a:extLst>
              <a:ext uri="{FF2B5EF4-FFF2-40B4-BE49-F238E27FC236}">
                <a16:creationId xmlns:a16="http://schemas.microsoft.com/office/drawing/2014/main" id="{5E590270-E44E-E05F-EA08-647209D1ACE1}"/>
              </a:ext>
            </a:extLst>
          </p:cNvPr>
          <p:cNvSpPr>
            <a:spLocks noGrp="1"/>
          </p:cNvSpPr>
          <p:nvPr>
            <p:ph type="pic" sz="quarter" idx="10"/>
          </p:nvPr>
        </p:nvSpPr>
        <p:spPr>
          <a:xfrm>
            <a:off x="6110288" y="0"/>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11" name="Text Placeholder 10">
            <a:extLst>
              <a:ext uri="{FF2B5EF4-FFF2-40B4-BE49-F238E27FC236}">
                <a16:creationId xmlns:a16="http://schemas.microsoft.com/office/drawing/2014/main" id="{D90DF7CA-AC72-F1D8-2739-173FD40E04FF}"/>
              </a:ext>
            </a:extLst>
          </p:cNvPr>
          <p:cNvSpPr>
            <a:spLocks noGrp="1"/>
          </p:cNvSpPr>
          <p:nvPr>
            <p:ph type="body" sz="quarter" idx="11" hasCustomPrompt="1"/>
          </p:nvPr>
        </p:nvSpPr>
        <p:spPr>
          <a:xfrm>
            <a:off x="1024013" y="1900753"/>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dirty="0"/>
              <a:t>Very short</a:t>
            </a:r>
          </a:p>
        </p:txBody>
      </p:sp>
      <p:sp>
        <p:nvSpPr>
          <p:cNvPr id="12" name="Text Placeholder 10">
            <a:extLst>
              <a:ext uri="{FF2B5EF4-FFF2-40B4-BE49-F238E27FC236}">
                <a16:creationId xmlns:a16="http://schemas.microsoft.com/office/drawing/2014/main" id="{20D0763E-F844-32A5-D4AC-B2939BAEFAB8}"/>
              </a:ext>
            </a:extLst>
          </p:cNvPr>
          <p:cNvSpPr>
            <a:spLocks noGrp="1"/>
          </p:cNvSpPr>
          <p:nvPr>
            <p:ph type="body" sz="quarter" idx="12" hasCustomPrompt="1"/>
          </p:nvPr>
        </p:nvSpPr>
        <p:spPr>
          <a:xfrm>
            <a:off x="2426093" y="3040446"/>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dirty="0"/>
              <a:t>Chapter title</a:t>
            </a:r>
          </a:p>
        </p:txBody>
      </p:sp>
      <p:sp>
        <p:nvSpPr>
          <p:cNvPr id="19" name="Rectangle 18">
            <a:extLst>
              <a:ext uri="{FF2B5EF4-FFF2-40B4-BE49-F238E27FC236}">
                <a16:creationId xmlns:a16="http://schemas.microsoft.com/office/drawing/2014/main" id="{059BF643-DB95-9D7B-353A-322FEDED5BD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CB4122B5-D8E0-C255-B8E7-2DA6963A227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9" name="Group 8">
            <a:extLst>
              <a:ext uri="{FF2B5EF4-FFF2-40B4-BE49-F238E27FC236}">
                <a16:creationId xmlns:a16="http://schemas.microsoft.com/office/drawing/2014/main" id="{73A007C7-2DE8-E2C3-3061-AB6794D4F8C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22BBF759-A676-CA68-9B24-9B68E3477CF0}"/>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468FB0FF-99F9-EA22-AD18-C29A1F936F1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136A3A98-88BA-B364-B2E3-A54A1B3185E8}"/>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D01FDF3D-C666-DCDB-9C89-39C372DBB4F0}"/>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71B1991D-6B3C-FE1A-E0FB-7E4A87B0A980}"/>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A634C090-4BD6-86D3-DC71-05635E339AF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BB7FB9A-8866-6438-BF26-B2942A8E2E4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1C88EF28-4451-82A6-2761-A6F8157B371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8209558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Title 6">
    <p:bg>
      <p:bgPr>
        <a:solidFill>
          <a:schemeClr val="tx2"/>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D37975-A8AA-230A-E813-59A5A70FD00E}"/>
              </a:ext>
            </a:extLst>
          </p:cNvPr>
          <p:cNvSpPr>
            <a:spLocks noGrp="1"/>
          </p:cNvSpPr>
          <p:nvPr>
            <p:ph type="ctrTitle" hasCustomPrompt="1"/>
          </p:nvPr>
        </p:nvSpPr>
        <p:spPr>
          <a:xfrm>
            <a:off x="462643" y="2010937"/>
            <a:ext cx="5170714" cy="2941320"/>
          </a:xfrm>
          <a:prstGeom prst="rect">
            <a:avLst/>
          </a:prstGeom>
        </p:spPr>
        <p:txBody>
          <a:bodyPr anchor="ctr" anchorCtr="0">
            <a:noAutofit/>
          </a:bodyPr>
          <a:lstStyle>
            <a:lvl1pPr algn="ctr">
              <a:defRPr sz="5400" b="0" i="0">
                <a:solidFill>
                  <a:schemeClr val="bg1"/>
                </a:solidFill>
                <a:latin typeface="ING display" panose="020B0603030508020203" pitchFamily="34" charset="77"/>
              </a:defRPr>
            </a:lvl1pPr>
          </a:lstStyle>
          <a:p>
            <a:r>
              <a:rPr lang="en-GB" dirty="0"/>
              <a:t>Chapter title running over three lines</a:t>
            </a:r>
            <a:endParaRPr lang="en-US" dirty="0"/>
          </a:p>
        </p:txBody>
      </p:sp>
      <p:sp>
        <p:nvSpPr>
          <p:cNvPr id="23" name="Rectangle 22">
            <a:extLst>
              <a:ext uri="{FF2B5EF4-FFF2-40B4-BE49-F238E27FC236}">
                <a16:creationId xmlns:a16="http://schemas.microsoft.com/office/drawing/2014/main" id="{802FEBAA-2449-5896-33E0-68CB861055DD}"/>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A58C6146-2B9D-9CE2-6518-E1DA88CFD7F2}"/>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 name="Rectangle 2">
            <a:extLst>
              <a:ext uri="{FF2B5EF4-FFF2-40B4-BE49-F238E27FC236}">
                <a16:creationId xmlns:a16="http://schemas.microsoft.com/office/drawing/2014/main" id="{A47926AD-AA57-020C-02D8-6F09D56E716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072E501F-B521-8878-F3C9-393235F800C9}"/>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B515061E-D9FB-E308-4D56-FB54409D58DD}"/>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9BD138A-BC29-512C-DD20-094279172C4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7" name="Rectangle 6">
              <a:extLst>
                <a:ext uri="{FF2B5EF4-FFF2-40B4-BE49-F238E27FC236}">
                  <a16:creationId xmlns:a16="http://schemas.microsoft.com/office/drawing/2014/main" id="{2C2040EE-638F-0B79-028B-E59E8FB8DB99}"/>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8" name="Rectangle 7">
              <a:extLst>
                <a:ext uri="{FF2B5EF4-FFF2-40B4-BE49-F238E27FC236}">
                  <a16:creationId xmlns:a16="http://schemas.microsoft.com/office/drawing/2014/main" id="{45AB4891-2936-8387-7CC0-292AB697E39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9" name="Rectangle 8">
              <a:extLst>
                <a:ext uri="{FF2B5EF4-FFF2-40B4-BE49-F238E27FC236}">
                  <a16:creationId xmlns:a16="http://schemas.microsoft.com/office/drawing/2014/main" id="{95C4D7FA-0B57-B549-D79E-09306155E3C8}"/>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0" name="Rectangle 9">
              <a:extLst>
                <a:ext uri="{FF2B5EF4-FFF2-40B4-BE49-F238E27FC236}">
                  <a16:creationId xmlns:a16="http://schemas.microsoft.com/office/drawing/2014/main" id="{33A6DE11-CD72-5D3B-343C-074D34A6424A}"/>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B67A4646-B8FC-DA3E-91FD-D58910C07FA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D7372E89-4948-7A24-0E81-2D76739C6008}"/>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05667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title 7">
    <p:bg>
      <p:bgPr>
        <a:solidFill>
          <a:schemeClr val="tx2"/>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C09EB3D-A718-B462-8521-2482715590B5}"/>
              </a:ext>
            </a:extLst>
          </p:cNvPr>
          <p:cNvSpPr>
            <a:spLocks noGrp="1"/>
          </p:cNvSpPr>
          <p:nvPr>
            <p:ph type="pic" sz="quarter" idx="10"/>
          </p:nvPr>
        </p:nvSpPr>
        <p:spPr>
          <a:xfrm>
            <a:off x="1" y="0"/>
            <a:ext cx="12206288"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1" name="Rectangle 10">
            <a:extLst>
              <a:ext uri="{FF2B5EF4-FFF2-40B4-BE49-F238E27FC236}">
                <a16:creationId xmlns:a16="http://schemas.microsoft.com/office/drawing/2014/main" id="{5DB55110-0B84-7C63-656A-348EA505B9AD}"/>
              </a:ext>
            </a:extLst>
          </p:cNvPr>
          <p:cNvSpPr>
            <a:spLocks noChangeArrowheads="1"/>
          </p:cNvSpPr>
          <p:nvPr userDrawn="1"/>
        </p:nvSpPr>
        <p:spPr bwMode="gray">
          <a:xfrm>
            <a:off x="-2790359" y="-1"/>
            <a:ext cx="2551524" cy="6858001"/>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Contrast between photo and title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When applying a white title on top of the full-bleed photo, ensure that there is enough contrast to keep our slides in line with accessibility guidelines.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Dimming the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For best accessibility we need to lower the opacity of our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Select the image and open the </a:t>
            </a:r>
            <a:r>
              <a:rPr lang="en-US" sz="1000" b="1" i="0" kern="1200">
                <a:solidFill>
                  <a:srgbClr val="0D0804"/>
                </a:solidFill>
                <a:latin typeface="ING Me" panose="02000506040000020004" pitchFamily="2" charset="0"/>
                <a:ea typeface="+mn-ea"/>
                <a:cs typeface="ING Me" panose="02000506040000020004" pitchFamily="2" charset="0"/>
              </a:rPr>
              <a:t>“Format Picture” </a:t>
            </a:r>
            <a:r>
              <a:rPr lang="en-US" sz="1000" b="0" i="0">
                <a:solidFill>
                  <a:srgbClr val="0D0804"/>
                </a:solidFill>
                <a:latin typeface="ING Me" panose="02000506040000020004" pitchFamily="2" charset="0"/>
                <a:cs typeface="ING Me" panose="02000506040000020004" pitchFamily="2" charset="0"/>
              </a:rPr>
              <a:t>pane on the left sidebar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Navigate to the Picture options, the 4</a:t>
            </a:r>
            <a:r>
              <a:rPr lang="en-US" sz="1000" b="0" i="0" baseline="30000">
                <a:solidFill>
                  <a:srgbClr val="0D0804"/>
                </a:solidFill>
                <a:latin typeface="ING Me" panose="02000506040000020004" pitchFamily="2" charset="0"/>
                <a:cs typeface="ING Me" panose="02000506040000020004" pitchFamily="2" charset="0"/>
              </a:rPr>
              <a:t>th</a:t>
            </a:r>
            <a:r>
              <a:rPr lang="en-US" sz="1000" b="0" i="0">
                <a:solidFill>
                  <a:srgbClr val="0D0804"/>
                </a:solidFill>
                <a:latin typeface="ING Me" panose="02000506040000020004" pitchFamily="2" charset="0"/>
                <a:cs typeface="ING Me" panose="02000506040000020004" pitchFamily="2" charset="0"/>
              </a:rPr>
              <a:t> tab in the pane navigation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Locate the </a:t>
            </a:r>
            <a:r>
              <a:rPr lang="en-US" sz="1000" b="1" i="0">
                <a:solidFill>
                  <a:srgbClr val="0D0804"/>
                </a:solidFill>
                <a:latin typeface="ING Me" panose="02000506040000020004" pitchFamily="2" charset="0"/>
                <a:cs typeface="ING Me" panose="02000506040000020004" pitchFamily="2" charset="0"/>
              </a:rPr>
              <a:t>“</a:t>
            </a:r>
            <a:r>
              <a:rPr lang="en-US" sz="1000" b="1" i="0" kern="1200">
                <a:solidFill>
                  <a:srgbClr val="0D0804"/>
                </a:solidFill>
                <a:latin typeface="ING Me" panose="02000506040000020004" pitchFamily="2" charset="0"/>
                <a:ea typeface="+mn-ea"/>
                <a:cs typeface="ING Me" panose="02000506040000020004" pitchFamily="2" charset="0"/>
              </a:rPr>
              <a:t>Picture Transparency” </a:t>
            </a:r>
            <a:r>
              <a:rPr lang="en-US" sz="1000" b="0" i="0">
                <a:solidFill>
                  <a:srgbClr val="0D0804"/>
                </a:solidFill>
                <a:latin typeface="ING Me" panose="02000506040000020004" pitchFamily="2" charset="0"/>
                <a:cs typeface="ING Me" panose="02000506040000020004" pitchFamily="2" charset="0"/>
              </a:rPr>
              <a:t>option and set the transparency to 25% or to a level where your headline becomes well visible.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p:txBody>
      </p:sp>
      <p:sp>
        <p:nvSpPr>
          <p:cNvPr id="30" name="Title 29">
            <a:extLst>
              <a:ext uri="{FF2B5EF4-FFF2-40B4-BE49-F238E27FC236}">
                <a16:creationId xmlns:a16="http://schemas.microsoft.com/office/drawing/2014/main" id="{B64463CE-978D-BF01-8613-B2491AFED864}"/>
              </a:ext>
            </a:extLst>
          </p:cNvPr>
          <p:cNvSpPr>
            <a:spLocks noGrp="1" noRot="1" noMove="1" noResize="1" noEditPoints="1" noAdjustHandles="1" noChangeArrowheads="1" noChangeShapeType="1"/>
          </p:cNvSpPr>
          <p:nvPr>
            <p:ph type="title" hasCustomPrompt="1"/>
          </p:nvPr>
        </p:nvSpPr>
        <p:spPr>
          <a:xfrm>
            <a:off x="1597800" y="2269578"/>
            <a:ext cx="8996400" cy="2318844"/>
          </a:xfrm>
        </p:spPr>
        <p:txBody>
          <a:bodyPr anchor="ctr">
            <a:noAutofit/>
          </a:bodyPr>
          <a:lstStyle>
            <a:lvl1pPr algn="ctr">
              <a:defRPr sz="7200" b="0" i="0">
                <a:solidFill>
                  <a:schemeClr val="bg1"/>
                </a:solidFill>
                <a:latin typeface="ING display" panose="020B0603030508020203" pitchFamily="34" charset="77"/>
              </a:defRPr>
            </a:lvl1pPr>
          </a:lstStyle>
          <a:p>
            <a:r>
              <a:rPr lang="en-GB" dirty="0"/>
              <a:t>Optional title for this chapter divider</a:t>
            </a:r>
            <a:endParaRPr lang="en-NL" dirty="0"/>
          </a:p>
        </p:txBody>
      </p:sp>
      <p:sp>
        <p:nvSpPr>
          <p:cNvPr id="25" name="Rectangle 24">
            <a:extLst>
              <a:ext uri="{FF2B5EF4-FFF2-40B4-BE49-F238E27FC236}">
                <a16:creationId xmlns:a16="http://schemas.microsoft.com/office/drawing/2014/main" id="{11B49E94-83A3-0896-E68F-C0BF8DF889FF}"/>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1875879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ory 1 Colour + Image right">
    <p:bg>
      <p:bgPr>
        <a:solidFill>
          <a:schemeClr val="tx2"/>
        </a:solidFill>
        <a:effectLst/>
      </p:bgPr>
    </p:bg>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402BA70B-CB23-8629-2C4B-C0EEA47A0E16}"/>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1" name="Title 20">
            <a:extLst>
              <a:ext uri="{FF2B5EF4-FFF2-40B4-BE49-F238E27FC236}">
                <a16:creationId xmlns:a16="http://schemas.microsoft.com/office/drawing/2014/main" id="{F42603B3-D8E0-AAD6-6538-28CB1989C8B1}"/>
              </a:ext>
            </a:extLst>
          </p:cNvPr>
          <p:cNvSpPr>
            <a:spLocks noGrp="1"/>
          </p:cNvSpPr>
          <p:nvPr>
            <p:ph type="title" hasCustomPrompt="1"/>
          </p:nvPr>
        </p:nvSpPr>
        <p:spPr>
          <a:xfrm>
            <a:off x="300038" y="179798"/>
            <a:ext cx="5480830" cy="3733482"/>
          </a:xfrm>
        </p:spPr>
        <p:txBody>
          <a:bodyPr>
            <a:noAutofit/>
          </a:bodyPr>
          <a:lstStyle>
            <a:lvl1pPr>
              <a:defRPr sz="5400" b="0" i="0">
                <a:solidFill>
                  <a:schemeClr val="bg1"/>
                </a:solidFill>
                <a:latin typeface="ING display" panose="020B0603030508020203" pitchFamily="34" charset="77"/>
              </a:defRPr>
            </a:lvl1pPr>
          </a:lstStyle>
          <a:p>
            <a:pPr lvl="0"/>
            <a:r>
              <a:rPr lang="en-GB" dirty="0"/>
              <a:t>Use a big number or title here</a:t>
            </a:r>
          </a:p>
        </p:txBody>
      </p:sp>
      <p:sp>
        <p:nvSpPr>
          <p:cNvPr id="25" name="Rectangle 24">
            <a:extLst>
              <a:ext uri="{FF2B5EF4-FFF2-40B4-BE49-F238E27FC236}">
                <a16:creationId xmlns:a16="http://schemas.microsoft.com/office/drawing/2014/main" id="{3C941E55-23BD-525F-719C-7C3B6B83824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Rectangle 1">
            <a:extLst>
              <a:ext uri="{FF2B5EF4-FFF2-40B4-BE49-F238E27FC236}">
                <a16:creationId xmlns:a16="http://schemas.microsoft.com/office/drawing/2014/main" id="{55231955-8765-E527-5630-CD602F9FD14A}"/>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53A04E4E-666C-D49B-421D-5C53A9F4282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9614AD34-165B-1A47-B2CB-7149C3C5478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BADCFB22-BCF4-178F-D32E-C80258056F6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0B0A58ED-4CFB-57E9-ECC9-1EB88AB1856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ABB9A639-DEC3-E10A-1850-D3684818A19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35A60FFD-E0A1-507D-F80E-13619312A54D}"/>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D295C8B-7349-1094-7F18-89D0890FA41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F81EB18F-D9DA-B030-A27F-C3E5A6AF578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42AD9E36-4F9B-8FF0-CEBC-9E789C9F51D0}"/>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001255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ory 1 White + image right">
    <p:bg>
      <p:bgPr>
        <a:solidFill>
          <a:schemeClr val="bg1"/>
        </a:solidFill>
        <a:effectLst/>
      </p:bgPr>
    </p:bg>
    <p:spTree>
      <p:nvGrpSpPr>
        <p:cNvPr id="1" name=""/>
        <p:cNvGrpSpPr/>
        <p:nvPr/>
      </p:nvGrpSpPr>
      <p:grpSpPr>
        <a:xfrm>
          <a:off x="0" y="0"/>
          <a:ext cx="0" cy="0"/>
          <a:chOff x="0" y="0"/>
          <a:chExt cx="0" cy="0"/>
        </a:xfrm>
      </p:grpSpPr>
      <p:sp>
        <p:nvSpPr>
          <p:cNvPr id="15" name="Picture Placeholder 6">
            <a:extLst>
              <a:ext uri="{FF2B5EF4-FFF2-40B4-BE49-F238E27FC236}">
                <a16:creationId xmlns:a16="http://schemas.microsoft.com/office/drawing/2014/main" id="{85DF34CC-C871-02B6-2B98-C921866F9FCD}"/>
              </a:ext>
            </a:extLst>
          </p:cNvPr>
          <p:cNvSpPr>
            <a:spLocks noGrp="1"/>
          </p:cNvSpPr>
          <p:nvPr>
            <p:ph type="pic" sz="quarter" idx="10"/>
          </p:nvPr>
        </p:nvSpPr>
        <p:spPr>
          <a:xfrm>
            <a:off x="609600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6" name="Rectangle 35">
            <a:extLst>
              <a:ext uri="{FF2B5EF4-FFF2-40B4-BE49-F238E27FC236}">
                <a16:creationId xmlns:a16="http://schemas.microsoft.com/office/drawing/2014/main" id="{E8786E0D-6B18-08A4-4A7B-412EDE87A38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7" name="Text Placeholder 16">
            <a:extLst>
              <a:ext uri="{FF2B5EF4-FFF2-40B4-BE49-F238E27FC236}">
                <a16:creationId xmlns:a16="http://schemas.microsoft.com/office/drawing/2014/main" id="{DF919E9C-1378-2C45-3866-AD5627FF6164}"/>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8" name="Title 20">
            <a:extLst>
              <a:ext uri="{FF2B5EF4-FFF2-40B4-BE49-F238E27FC236}">
                <a16:creationId xmlns:a16="http://schemas.microsoft.com/office/drawing/2014/main" id="{7CC04655-1856-17E7-4FE8-89B6CA38A05B}"/>
              </a:ext>
            </a:extLst>
          </p:cNvPr>
          <p:cNvSpPr>
            <a:spLocks noGrp="1"/>
          </p:cNvSpPr>
          <p:nvPr>
            <p:ph type="title" hasCustomPrompt="1"/>
          </p:nvPr>
        </p:nvSpPr>
        <p:spPr>
          <a:xfrm>
            <a:off x="300038" y="179798"/>
            <a:ext cx="5480830" cy="3733482"/>
          </a:xfrm>
        </p:spPr>
        <p:txBody>
          <a:bodyPr>
            <a:noAutofit/>
          </a:bodyPr>
          <a:lstStyle>
            <a:lvl1pPr>
              <a:defRPr sz="5400" b="0" i="0">
                <a:solidFill>
                  <a:schemeClr val="tx2"/>
                </a:solidFill>
                <a:latin typeface="ING display" panose="020B0603030508020203" pitchFamily="34" charset="77"/>
              </a:defRPr>
            </a:lvl1pPr>
          </a:lstStyle>
          <a:p>
            <a:pPr lvl="0"/>
            <a:r>
              <a:rPr lang="en-GB" dirty="0"/>
              <a:t>Use a big number or title here</a:t>
            </a:r>
          </a:p>
        </p:txBody>
      </p:sp>
      <p:sp>
        <p:nvSpPr>
          <p:cNvPr id="2" name="Rectangle 1">
            <a:extLst>
              <a:ext uri="{FF2B5EF4-FFF2-40B4-BE49-F238E27FC236}">
                <a16:creationId xmlns:a16="http://schemas.microsoft.com/office/drawing/2014/main" id="{8175C436-1B3B-8F5A-9FC5-8277ED225D21}"/>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BEEB9B59-8208-B7EE-448A-9C524733812D}"/>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314E005D-8696-B215-1703-ADD1B51157E5}"/>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088AF856-1526-3E3C-4520-2F2A61123D52}"/>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B73E4092-CF22-62F7-6423-05C72ACDC8DF}"/>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5E31CF2-DCAE-AA93-4293-DC5D10A892F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67334D99-3E7B-E521-3AD0-968B53E2B4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2444E38-BB18-65DA-D944-5B6236E5FEED}"/>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B63022D-F9E0-148B-4853-C8972F4333D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4CD7291C-FA1F-76AA-CE6B-EF4CC1375AE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3645500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ory 1 Colour + image left">
    <p:bg>
      <p:bgPr>
        <a:solidFill>
          <a:schemeClr val="tx2"/>
        </a:solidFill>
        <a:effectLst/>
      </p:bgPr>
    </p:bg>
    <p:spTree>
      <p:nvGrpSpPr>
        <p:cNvPr id="1" name=""/>
        <p:cNvGrpSpPr/>
        <p:nvPr/>
      </p:nvGrpSpPr>
      <p:grpSpPr>
        <a:xfrm>
          <a:off x="0" y="0"/>
          <a:ext cx="0" cy="0"/>
          <a:chOff x="0" y="0"/>
          <a:chExt cx="0" cy="0"/>
        </a:xfrm>
      </p:grpSpPr>
      <p:sp>
        <p:nvSpPr>
          <p:cNvPr id="26" name="Picture Placeholder 6">
            <a:extLst>
              <a:ext uri="{FF2B5EF4-FFF2-40B4-BE49-F238E27FC236}">
                <a16:creationId xmlns:a16="http://schemas.microsoft.com/office/drawing/2014/main" id="{E203EE4B-543F-A82D-04D2-5A63B0B12EAD}"/>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5" name="Rectangle 24">
            <a:extLst>
              <a:ext uri="{FF2B5EF4-FFF2-40B4-BE49-F238E27FC236}">
                <a16:creationId xmlns:a16="http://schemas.microsoft.com/office/drawing/2014/main" id="{1A600DAA-D213-097C-8F2A-7AA3204132CB}"/>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7" name="Text Placeholder 16">
            <a:extLst>
              <a:ext uri="{FF2B5EF4-FFF2-40B4-BE49-F238E27FC236}">
                <a16:creationId xmlns:a16="http://schemas.microsoft.com/office/drawing/2014/main" id="{BA998479-AD58-7DB0-E563-A8B587A1BCC8}"/>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8" name="Title 20">
            <a:extLst>
              <a:ext uri="{FF2B5EF4-FFF2-40B4-BE49-F238E27FC236}">
                <a16:creationId xmlns:a16="http://schemas.microsoft.com/office/drawing/2014/main" id="{BDF547DE-79B3-275D-BD3B-C55C59ED877E}"/>
              </a:ext>
            </a:extLst>
          </p:cNvPr>
          <p:cNvSpPr>
            <a:spLocks noGrp="1"/>
          </p:cNvSpPr>
          <p:nvPr>
            <p:ph type="title" hasCustomPrompt="1"/>
          </p:nvPr>
        </p:nvSpPr>
        <p:spPr>
          <a:xfrm>
            <a:off x="6366332" y="210794"/>
            <a:ext cx="5368877" cy="3748722"/>
          </a:xfrm>
        </p:spPr>
        <p:txBody>
          <a:bodyPr>
            <a:noAutofit/>
          </a:bodyPr>
          <a:lstStyle>
            <a:lvl1pPr>
              <a:defRPr sz="5400" b="0" i="0">
                <a:solidFill>
                  <a:schemeClr val="bg1"/>
                </a:solidFill>
                <a:latin typeface="ING display" panose="020B0603030508020203" pitchFamily="34" charset="77"/>
              </a:defRPr>
            </a:lvl1pPr>
          </a:lstStyle>
          <a:p>
            <a:pPr lvl="0"/>
            <a:r>
              <a:rPr lang="en-GB" dirty="0"/>
              <a:t>Use a big number or title here</a:t>
            </a:r>
          </a:p>
        </p:txBody>
      </p:sp>
      <p:sp>
        <p:nvSpPr>
          <p:cNvPr id="2" name="Rectangle 1">
            <a:extLst>
              <a:ext uri="{FF2B5EF4-FFF2-40B4-BE49-F238E27FC236}">
                <a16:creationId xmlns:a16="http://schemas.microsoft.com/office/drawing/2014/main" id="{5C84C88E-925D-7434-28AB-E93C75D7972D}"/>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7FCAB66-5310-A1A5-BBF3-E7E84A11549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E0E0C828-10E8-B9C2-53D1-3E350832B13A}"/>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51DAE1B2-B340-56AA-5918-419E0F8A883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D1A0C4AF-4977-A4A9-816E-4BEAA1D66BE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78F5256-6CCC-8207-0F87-5D5C02B001F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CE8847B3-3A27-076E-1E9A-718C2D408E2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77422653-53A9-0934-482E-A07D6C978D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81111800-2A1C-5D1A-618C-AA5A4FFE963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8FDC80A0-E851-6DE7-3535-72BE3004617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095819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ory  1 White + image lef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9CA19AA-D149-4845-3459-797DEC014766}"/>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4" name="Rectangle 23">
            <a:extLst>
              <a:ext uri="{FF2B5EF4-FFF2-40B4-BE49-F238E27FC236}">
                <a16:creationId xmlns:a16="http://schemas.microsoft.com/office/drawing/2014/main" id="{E494F3F9-F083-4A74-689F-CF3072213C93}"/>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0" name="Text Placeholder 16">
            <a:extLst>
              <a:ext uri="{FF2B5EF4-FFF2-40B4-BE49-F238E27FC236}">
                <a16:creationId xmlns:a16="http://schemas.microsoft.com/office/drawing/2014/main" id="{52820AC0-78B2-2FAD-DD0B-763AD0CDFA45}"/>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Title 20">
            <a:extLst>
              <a:ext uri="{FF2B5EF4-FFF2-40B4-BE49-F238E27FC236}">
                <a16:creationId xmlns:a16="http://schemas.microsoft.com/office/drawing/2014/main" id="{768F4FB2-54F1-3AFC-2B5F-C17A2AD6CD47}"/>
              </a:ext>
            </a:extLst>
          </p:cNvPr>
          <p:cNvSpPr>
            <a:spLocks noGrp="1"/>
          </p:cNvSpPr>
          <p:nvPr>
            <p:ph type="title" hasCustomPrompt="1"/>
          </p:nvPr>
        </p:nvSpPr>
        <p:spPr>
          <a:xfrm>
            <a:off x="6366332" y="210794"/>
            <a:ext cx="5368877" cy="3748722"/>
          </a:xfrm>
        </p:spPr>
        <p:txBody>
          <a:bodyPr>
            <a:noAutofit/>
          </a:bodyPr>
          <a:lstStyle>
            <a:lvl1pPr>
              <a:defRPr sz="5400" b="1" i="0">
                <a:solidFill>
                  <a:schemeClr val="tx2"/>
                </a:solidFill>
                <a:latin typeface="ING display" panose="020B0603030508020203" pitchFamily="34" charset="77"/>
              </a:defRPr>
            </a:lvl1pPr>
          </a:lstStyle>
          <a:p>
            <a:pPr lvl="0"/>
            <a:r>
              <a:rPr lang="en-GB" dirty="0"/>
              <a:t>Use a big number or title here</a:t>
            </a:r>
          </a:p>
        </p:txBody>
      </p:sp>
      <p:sp>
        <p:nvSpPr>
          <p:cNvPr id="2" name="Rectangle 1">
            <a:extLst>
              <a:ext uri="{FF2B5EF4-FFF2-40B4-BE49-F238E27FC236}">
                <a16:creationId xmlns:a16="http://schemas.microsoft.com/office/drawing/2014/main" id="{302514C7-1427-9A85-4EBC-05F161C7ABA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9DB514C0-EA9D-332C-4AD7-C3A3B06CC356}"/>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CDC7EE2-9FD4-0838-399E-81865D8A4717}"/>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623DCA41-E3C2-B8B3-497D-FA5EB7052C24}"/>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ADD4DC9F-A38B-42D5-B1B4-D96C79164A4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3379F76-C95A-3253-B3ED-8D4435B24CA9}"/>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A7DDA985-8DB3-6D40-B66C-F6D6657B9FA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8C9DCFA4-9450-2C4A-0D82-33752F060A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91FDA3A3-D78A-C564-2A72-7BE1E93BF5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5E25BAEB-A953-0D7B-E815-7A4E58CE95F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387721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tories 2 Mixed">
    <p:bg>
      <p:bgPr>
        <a:solidFill>
          <a:schemeClr val="tx2"/>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accent2"/>
          </a:solidFill>
        </p:spPr>
        <p:txBody>
          <a:bodyPr lIns="360000" tIns="251999" rIns="360000" bIns="360000" anchor="t" anchorCtr="0">
            <a:noAutofit/>
          </a:bodyPr>
          <a:lstStyle>
            <a:lvl1pPr marL="0" indent="0">
              <a:lnSpc>
                <a:spcPct val="100000"/>
              </a:lnSpc>
              <a:buNone/>
              <a:defRPr sz="54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7" name="Rectangle 16">
            <a:extLst>
              <a:ext uri="{FF2B5EF4-FFF2-40B4-BE49-F238E27FC236}">
                <a16:creationId xmlns:a16="http://schemas.microsoft.com/office/drawing/2014/main" id="{6C6F5108-9F1E-C626-E9F1-09E440968272}"/>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50" name="Text Placeholder 16">
            <a:extLst>
              <a:ext uri="{FF2B5EF4-FFF2-40B4-BE49-F238E27FC236}">
                <a16:creationId xmlns:a16="http://schemas.microsoft.com/office/drawing/2014/main" id="{DECE133A-3D59-8839-75C6-71919625CFB1}"/>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673D98F3-1FC0-D28C-F718-33DDBFF9E76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3002DFAD-BAAB-9E35-B8AD-FDBE82F8B074}"/>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5A69939A-3FA1-B8A2-3968-04AE30FE2FB2}"/>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D833AB5-5E0B-C783-546E-D8767D4CAD30}"/>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79CDBB83-D423-3096-C546-3EBFDDCA8E56}"/>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F4AC7A90-4019-4634-7EA9-F4010B9CF12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E8C78F00-D9BC-0891-29A4-1F6141F6E46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2FB74BC9-BB5E-D799-49AF-FC0299708D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832BFC66-333C-9204-81C9-F36B5E8A4BC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E630D0BC-33EA-DFAB-4AE1-F78264E8B585}"/>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331116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ories 2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bg1"/>
          </a:solidFill>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6" name="Text Placeholder 16">
            <a:extLst>
              <a:ext uri="{FF2B5EF4-FFF2-40B4-BE49-F238E27FC236}">
                <a16:creationId xmlns:a16="http://schemas.microsoft.com/office/drawing/2014/main" id="{0BD2D0C2-500A-AB53-23AB-932B088F0560}"/>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D42791A5-0820-EFC0-A90C-36F4DB548C9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9BB0319B-2F3F-B9D6-DF36-8B5BBDC38DEE}"/>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F889A8A0-305D-C000-2B7E-DC930C26275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5BEFC7F6-D85C-AC4E-942E-F08487D5EC2D}"/>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9" name="Rectangle 18">
              <a:extLst>
                <a:ext uri="{FF2B5EF4-FFF2-40B4-BE49-F238E27FC236}">
                  <a16:creationId xmlns:a16="http://schemas.microsoft.com/office/drawing/2014/main" id="{3284E6B7-6629-6E57-F52B-76FD68D8673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15D56C95-2DB2-0BEC-21B5-49F359F7811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1" name="Rectangle 20">
              <a:extLst>
                <a:ext uri="{FF2B5EF4-FFF2-40B4-BE49-F238E27FC236}">
                  <a16:creationId xmlns:a16="http://schemas.microsoft.com/office/drawing/2014/main" id="{5EDAADE9-6AF8-485E-7296-F8989067612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B3F70B19-1E64-34B6-0AFC-83A038C099D1}"/>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4C619CFF-027B-5532-9772-A1F9E72B0F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26B1EA76-8A4D-4977-3B73-91E4FDACA927}"/>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158218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ories 4 Colour">
    <p:bg>
      <p:bgPr>
        <a:solidFill>
          <a:schemeClr val="accent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B889C89A-B221-1C96-B140-6733E951054B}"/>
              </a:ext>
            </a:extLst>
          </p:cNvPr>
          <p:cNvSpPr>
            <a:spLocks noChangeArrowheads="1"/>
          </p:cNvSpPr>
          <p:nvPr userDrawn="1"/>
        </p:nvSpPr>
        <p:spPr bwMode="gray">
          <a:xfrm>
            <a:off x="-8153498" y="14287"/>
            <a:ext cx="2551524" cy="6858000"/>
          </a:xfrm>
          <a:prstGeom prst="rect">
            <a:avLst/>
          </a:prstGeom>
          <a:solidFill>
            <a:srgbClr val="F7F4F1"/>
          </a:solidFill>
          <a:ln>
            <a:noFill/>
          </a:ln>
          <a:effectLst/>
        </p:spPr>
        <p:txBody>
          <a:bodyPr wrap="square" lIns="180000" tIns="180000" rIns="180000" bIns="180000" anchor="t">
            <a:noAutofit/>
          </a:bodyPr>
          <a:lstStyle/>
          <a:p>
            <a:pPr marL="0" algn="l" defTabSz="457200" rtl="0" eaLnBrk="1" latinLnBrk="0" hangingPunct="1">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20" name="Rectangle 19">
            <a:extLst>
              <a:ext uri="{FF2B5EF4-FFF2-40B4-BE49-F238E27FC236}">
                <a16:creationId xmlns:a16="http://schemas.microsoft.com/office/drawing/2014/main" id="{E95501B4-9967-526D-798F-9E310B181857}"/>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1" name="Picture Placeholder 6">
            <a:extLst>
              <a:ext uri="{FF2B5EF4-FFF2-40B4-BE49-F238E27FC236}">
                <a16:creationId xmlns:a16="http://schemas.microsoft.com/office/drawing/2014/main" id="{5F011317-4DD4-C598-FADD-3CFE6122596E}"/>
              </a:ext>
            </a:extLst>
          </p:cNvPr>
          <p:cNvSpPr>
            <a:spLocks noGrp="1" noRot="1" noMove="1" noResize="1" noEditPoints="1" noAdjustHandles="1" noChangeArrowheads="1" noChangeShapeType="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6" name="Text Placeholder 16">
            <a:extLst>
              <a:ext uri="{FF2B5EF4-FFF2-40B4-BE49-F238E27FC236}">
                <a16:creationId xmlns:a16="http://schemas.microsoft.com/office/drawing/2014/main" id="{BF2E8697-0EDE-5A9D-900E-13662A467496}"/>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28" name="Text Placeholder 16">
            <a:extLst>
              <a:ext uri="{FF2B5EF4-FFF2-40B4-BE49-F238E27FC236}">
                <a16:creationId xmlns:a16="http://schemas.microsoft.com/office/drawing/2014/main" id="{85327C96-231B-1393-5D9E-E1249E160730}"/>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29" name="Text Placeholder 16">
            <a:extLst>
              <a:ext uri="{FF2B5EF4-FFF2-40B4-BE49-F238E27FC236}">
                <a16:creationId xmlns:a16="http://schemas.microsoft.com/office/drawing/2014/main" id="{BCE3822F-7C01-DEA3-9F59-C04606FF6676}"/>
              </a:ext>
            </a:extLst>
          </p:cNvPr>
          <p:cNvSpPr>
            <a:spLocks noGrp="1" noRot="1" noMove="1" noResize="1" noEditPoints="1" noAdjustHandles="1" noChangeArrowheads="1" noChangeShapeType="1"/>
          </p:cNvSpPr>
          <p:nvPr>
            <p:ph type="body" sz="quarter" idx="15" hasCustomPrompt="1"/>
          </p:nvPr>
        </p:nvSpPr>
        <p:spPr>
          <a:xfrm>
            <a:off x="40654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31" name="Text Placeholder 16">
            <a:extLst>
              <a:ext uri="{FF2B5EF4-FFF2-40B4-BE49-F238E27FC236}">
                <a16:creationId xmlns:a16="http://schemas.microsoft.com/office/drawing/2014/main" id="{4C48E623-A1D5-4118-FB51-854EACECEE1C}"/>
              </a:ext>
            </a:extLst>
          </p:cNvPr>
          <p:cNvSpPr>
            <a:spLocks noGrp="1" noRot="1" noMove="1" noResize="1" noEditPoints="1" noAdjustHandles="1" noChangeArrowheads="1" noChangeShapeType="1"/>
          </p:cNvSpPr>
          <p:nvPr>
            <p:ph type="body" sz="quarter" idx="13" hasCustomPrompt="1"/>
          </p:nvPr>
        </p:nvSpPr>
        <p:spPr>
          <a:xfrm>
            <a:off x="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32" name="Text Placeholder 16">
            <a:extLst>
              <a:ext uri="{FF2B5EF4-FFF2-40B4-BE49-F238E27FC236}">
                <a16:creationId xmlns:a16="http://schemas.microsoft.com/office/drawing/2014/main" id="{1C1611CC-D6C0-EC88-DF8D-D63ABD42C77B}"/>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5" name="Text Placeholder 16">
            <a:extLst>
              <a:ext uri="{FF2B5EF4-FFF2-40B4-BE49-F238E27FC236}">
                <a16:creationId xmlns:a16="http://schemas.microsoft.com/office/drawing/2014/main" id="{A286A7A5-CB5C-0033-449C-218B4E70AA81}"/>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6" name="Text Placeholder 16">
            <a:extLst>
              <a:ext uri="{FF2B5EF4-FFF2-40B4-BE49-F238E27FC236}">
                <a16:creationId xmlns:a16="http://schemas.microsoft.com/office/drawing/2014/main" id="{8BD0623F-A0E8-A268-0A69-717EF189DD4D}"/>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659F2CF6-0431-E899-09F8-6E35768D7180}"/>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DE0BD260-6B89-8931-E65C-B70D6B354464}"/>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D1D9D5C9-2C12-DD4A-82BB-F8A6DFC89533}"/>
              </a:ext>
            </a:extLst>
          </p:cNvPr>
          <p:cNvGrpSpPr/>
          <p:nvPr userDrawn="1"/>
        </p:nvGrpSpPr>
        <p:grpSpPr>
          <a:xfrm>
            <a:off x="-2579659" y="3714818"/>
            <a:ext cx="2144619" cy="2625866"/>
            <a:chOff x="-2608729" y="1272988"/>
            <a:chExt cx="2064454" cy="3585883"/>
          </a:xfrm>
        </p:grpSpPr>
        <p:sp>
          <p:nvSpPr>
            <p:cNvPr id="8" name="Rectangle 7">
              <a:extLst>
                <a:ext uri="{FF2B5EF4-FFF2-40B4-BE49-F238E27FC236}">
                  <a16:creationId xmlns:a16="http://schemas.microsoft.com/office/drawing/2014/main" id="{1A8BDCDF-1A7F-CB82-B357-B2D77E713B2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1" name="Rectangle 10">
              <a:extLst>
                <a:ext uri="{FF2B5EF4-FFF2-40B4-BE49-F238E27FC236}">
                  <a16:creationId xmlns:a16="http://schemas.microsoft.com/office/drawing/2014/main" id="{ADB19CD4-0F09-98E1-E288-8CE152EFD4B6}"/>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2" name="Rectangle 11">
              <a:extLst>
                <a:ext uri="{FF2B5EF4-FFF2-40B4-BE49-F238E27FC236}">
                  <a16:creationId xmlns:a16="http://schemas.microsoft.com/office/drawing/2014/main" id="{328994E0-BC6C-884B-03C5-C2C3F44AC8E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3" name="Rectangle 12">
              <a:extLst>
                <a:ext uri="{FF2B5EF4-FFF2-40B4-BE49-F238E27FC236}">
                  <a16:creationId xmlns:a16="http://schemas.microsoft.com/office/drawing/2014/main" id="{B0E21B12-6E48-1C0F-4E2D-9C39C75B92C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4" name="Rectangle 13">
              <a:extLst>
                <a:ext uri="{FF2B5EF4-FFF2-40B4-BE49-F238E27FC236}">
                  <a16:creationId xmlns:a16="http://schemas.microsoft.com/office/drawing/2014/main" id="{3CB6453D-90D1-5FDA-B1DB-4C070944BD6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8" name="Rectangle 17">
              <a:extLst>
                <a:ext uri="{FF2B5EF4-FFF2-40B4-BE49-F238E27FC236}">
                  <a16:creationId xmlns:a16="http://schemas.microsoft.com/office/drawing/2014/main" id="{3FBDD981-B2F2-CBF0-63BB-4E4BC89C78A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D9E9A31-FE9B-5DAD-7E0C-80C8F0EABFEB}"/>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BEC0B5A-BB43-D73D-B33A-409258D1A2D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5139516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ories 4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3EF541C7-7172-8D92-7265-D7EB1979766A}"/>
              </a:ext>
            </a:extLst>
          </p:cNvPr>
          <p:cNvSpPr>
            <a:spLocks noGrp="1"/>
          </p:cNvSpPr>
          <p:nvPr>
            <p:ph type="body" sz="quarter" idx="21" hasCustomPrompt="1"/>
          </p:nvPr>
        </p:nvSpPr>
        <p:spPr>
          <a:xfrm>
            <a:off x="4061641"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9" name="Text Placeholder 16">
            <a:extLst>
              <a:ext uri="{FF2B5EF4-FFF2-40B4-BE49-F238E27FC236}">
                <a16:creationId xmlns:a16="http://schemas.microsoft.com/office/drawing/2014/main" id="{2EDD4684-9C9B-AC34-8E2A-33E30E99A0A6}"/>
              </a:ext>
            </a:extLst>
          </p:cNvPr>
          <p:cNvSpPr>
            <a:spLocks noGrp="1"/>
          </p:cNvSpPr>
          <p:nvPr>
            <p:ph type="body" sz="quarter" idx="19" hasCustomPrompt="1"/>
          </p:nvPr>
        </p:nvSpPr>
        <p:spPr>
          <a:xfrm>
            <a:off x="-2400"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p:ph type="body" sz="quarter" idx="15" hasCustomPrompt="1"/>
          </p:nvPr>
        </p:nvSpPr>
        <p:spPr>
          <a:xfrm>
            <a:off x="405765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p:ph type="body" sz="quarter" idx="13" hasCustomPrompt="1"/>
          </p:nvPr>
        </p:nvSpPr>
        <p:spPr>
          <a:xfrm>
            <a:off x="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5" name="Text Placeholder 16">
            <a:extLst>
              <a:ext uri="{FF2B5EF4-FFF2-40B4-BE49-F238E27FC236}">
                <a16:creationId xmlns:a16="http://schemas.microsoft.com/office/drawing/2014/main" id="{4237589B-DD01-A40D-9C37-78DB7A75755E}"/>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Rectangle 30">
            <a:extLst>
              <a:ext uri="{FF2B5EF4-FFF2-40B4-BE49-F238E27FC236}">
                <a16:creationId xmlns:a16="http://schemas.microsoft.com/office/drawing/2014/main" id="{9503FF52-FFDD-C4E8-70AF-5116F708C65E}"/>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41D997D3-5CC4-BB05-A834-26822991E9F2}"/>
              </a:ext>
            </a:extLst>
          </p:cNvPr>
          <p:cNvSpPr>
            <a:spLocks noGrp="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2A5FD939-ABCD-24A3-4080-4F5C9966022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4494B5F4-9D35-9A5F-B5A2-06FAB9463FD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906AF7B4-37A8-19D5-C1A0-CD89BC895CF3}"/>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2" name="Rectangle 11">
              <a:extLst>
                <a:ext uri="{FF2B5EF4-FFF2-40B4-BE49-F238E27FC236}">
                  <a16:creationId xmlns:a16="http://schemas.microsoft.com/office/drawing/2014/main" id="{9AD96B56-AED5-6EE7-86FC-8D92A37B7467}"/>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55638BE0-2DAC-0FE6-4530-9EDED0C1F2A3}"/>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2F2FCB52-8235-AA92-C117-C9385ECDD7F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5C63AF4B-7E85-3E37-ACE9-10F174BBCB2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DED073B0-3C55-951D-A12D-B75B92277299}"/>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19B26013-5E32-5308-224D-A91F543F80BC}"/>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0EBB4975-F26E-7A60-DD9B-63FBEC4A192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0186734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ories 6 Colour">
    <p:bg>
      <p:bgPr>
        <a:solidFill>
          <a:schemeClr val="accent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noRot="1" noMove="1" noResize="1" noEditPoints="1" noAdjustHandles="1" noChangeArrowheads="1" noChangeShapeType="1"/>
          </p:cNvSpPr>
          <p:nvPr>
            <p:ph type="body" sz="quarter" idx="23" hasCustomPrompt="1"/>
          </p:nvPr>
        </p:nvSpPr>
        <p:spPr>
          <a:xfrm>
            <a:off x="8129601" y="3434990"/>
            <a:ext cx="4068399" cy="3438000"/>
          </a:xfrm>
          <a:solidFill>
            <a:srgbClr val="7724FF"/>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userDrawn="1">
            <p:ph type="body" sz="quarter" idx="15" hasCustomPrompt="1"/>
          </p:nvPr>
        </p:nvSpPr>
        <p:spPr>
          <a:xfrm>
            <a:off x="40630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noRot="1" noMove="1" noResize="1" noEditPoints="1" noAdjustHandles="1" noChangeArrowheads="1" noChangeShapeType="1"/>
          </p:cNvSpPr>
          <p:nvPr userDrawn="1">
            <p:ph type="body" sz="quarter" idx="17" hasCustomPrompt="1"/>
          </p:nvPr>
        </p:nvSpPr>
        <p:spPr>
          <a:xfrm>
            <a:off x="8128401" y="0"/>
            <a:ext cx="4065999" cy="3438000"/>
          </a:xfrm>
          <a:solidFill>
            <a:schemeClr val="accent1"/>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userDrawn="1">
            <p:ph type="body" sz="quarter" idx="13" hasCustomPrompt="1"/>
          </p:nvPr>
        </p:nvSpPr>
        <p:spPr>
          <a:xfrm>
            <a:off x="-240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B9D22CD8-1B76-FD6F-6E70-F771A5683A7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F392E115-7F37-1119-7F72-53FC6D6CCA94}"/>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5B7DE6CE-4C3B-FC5F-1BEC-D0BA6DA9E59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272C1793-19A9-6CA3-09E8-83D2108AC2FE}"/>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6726DDA9-FC92-61A1-EDD2-948FEF6575AD}"/>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40A94D51-0E09-C480-8E07-0AA9F47C695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0964C60-0F06-2AC0-AB07-5514A27A40D9}"/>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DB8D9241-3EA0-F8C4-B179-B0CE316C3F3F}"/>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C0B9B569-2BA1-4140-DF0B-3B4DB0A448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657353C9-0F88-EC32-84A1-95D58BD65A2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535989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ories 6 White">
    <p:bg>
      <p:bgPr>
        <a:solidFill>
          <a:schemeClr val="bg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p:cNvSpPr>
          <p:nvPr>
            <p:ph type="body" sz="quarter" idx="19" hasCustomPrompt="1"/>
          </p:nvPr>
        </p:nvSpPr>
        <p:spPr>
          <a:xfrm>
            <a:off x="-60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p:cNvSpPr>
          <p:nvPr>
            <p:ph type="body" sz="quarter" idx="23" hasCustomPrompt="1"/>
          </p:nvPr>
        </p:nvSpPr>
        <p:spPr>
          <a:xfrm>
            <a:off x="8129601"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p:cNvSpPr>
          <p:nvPr>
            <p:ph type="body" sz="quarter" idx="21" hasCustomPrompt="1"/>
          </p:nvPr>
        </p:nvSpPr>
        <p:spPr>
          <a:xfrm>
            <a:off x="40618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p:cNvSpPr>
          <p:nvPr userDrawn="1">
            <p:ph type="body" sz="quarter" idx="15" hasCustomPrompt="1"/>
          </p:nvPr>
        </p:nvSpPr>
        <p:spPr>
          <a:xfrm>
            <a:off x="40630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p:cNvSpPr>
          <p:nvPr userDrawn="1">
            <p:ph type="body" sz="quarter" idx="17" hasCustomPrompt="1"/>
          </p:nvPr>
        </p:nvSpPr>
        <p:spPr>
          <a:xfrm>
            <a:off x="8128401"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p:cNvSpPr>
          <p:nvPr userDrawn="1">
            <p:ph type="body" sz="quarter" idx="13" hasCustomPrompt="1"/>
          </p:nvPr>
        </p:nvSpPr>
        <p:spPr>
          <a:xfrm>
            <a:off x="-24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dirty="0"/>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3F41DC5F-0AB3-996B-1714-AACD8F12A3E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0099EDCC-DABB-09ED-9977-84694FB33403}"/>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A1D8EB7B-CCAD-6980-E706-47660EA43854}"/>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A7E6FE9C-2D04-3B19-2CEB-4F3364CBFFE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7DFD0C28-5A75-EF06-9242-ED14A877C61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C76518F8-D3FC-E912-17B8-B8BC75D2CF8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CD1EB3B-D483-3C26-B3C3-AC3D01BE369B}"/>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8C4A81BE-2CAD-AE73-65C0-8428CBFB1D7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F84F9C3B-78EA-3889-EF09-E7872502075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5337469D-BBC6-AE3E-8FBF-A8BBE0E7F71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531282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6" name="Content Placeholder 5">
            <a:extLst>
              <a:ext uri="{FF2B5EF4-FFF2-40B4-BE49-F238E27FC236}">
                <a16:creationId xmlns:a16="http://schemas.microsoft.com/office/drawing/2014/main" id="{53407E13-9DAB-4217-B395-585F1772376B}"/>
              </a:ext>
            </a:extLst>
          </p:cNvPr>
          <p:cNvSpPr>
            <a:spLocks noGrp="1"/>
          </p:cNvSpPr>
          <p:nvPr>
            <p:ph sz="quarter" idx="11"/>
          </p:nvPr>
        </p:nvSpPr>
        <p:spPr>
          <a:xfrm>
            <a:off x="273899" y="1638301"/>
            <a:ext cx="11606844" cy="4538662"/>
          </a:xfrm>
        </p:spPr>
        <p:txBody>
          <a:bodyPr/>
          <a:lstStyle/>
          <a:p>
            <a:pPr lvl="0"/>
            <a:r>
              <a:rPr lang="en-US"/>
              <a:t>Click to edit Master text styles</a:t>
            </a:r>
          </a:p>
        </p:txBody>
      </p:sp>
    </p:spTree>
    <p:extLst>
      <p:ext uri="{BB962C8B-B14F-4D97-AF65-F5344CB8AC3E}">
        <p14:creationId xmlns:p14="http://schemas.microsoft.com/office/powerpoint/2010/main" val="3451074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Text Placeholder 25">
            <a:extLst>
              <a:ext uri="{FF2B5EF4-FFF2-40B4-BE49-F238E27FC236}">
                <a16:creationId xmlns:a16="http://schemas.microsoft.com/office/drawing/2014/main" id="{25CC08E0-3CAE-0BBF-F8AB-3640D8189CBE}"/>
              </a:ext>
            </a:extLst>
          </p:cNvPr>
          <p:cNvSpPr>
            <a:spLocks noGrp="1"/>
          </p:cNvSpPr>
          <p:nvPr>
            <p:ph type="body" sz="quarter" idx="14" hasCustomPrompt="1"/>
          </p:nvPr>
        </p:nvSpPr>
        <p:spPr>
          <a:xfrm>
            <a:off x="273898" y="1638301"/>
            <a:ext cx="11606843" cy="4538662"/>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dirty="0"/>
              <a:t>Chapter titles goes here</a:t>
            </a:r>
          </a:p>
          <a:p>
            <a:pPr lvl="0"/>
            <a:endParaRPr lang="en-GB" dirty="0"/>
          </a:p>
          <a:p>
            <a:pPr lvl="0"/>
            <a:endParaRPr lang="en-NL" dirty="0"/>
          </a:p>
        </p:txBody>
      </p:sp>
    </p:spTree>
    <p:extLst>
      <p:ext uri="{BB962C8B-B14F-4D97-AF65-F5344CB8AC3E}">
        <p14:creationId xmlns:p14="http://schemas.microsoft.com/office/powerpoint/2010/main" val="15296097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2 Columns Full">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514AB93A-DFCD-DE6F-A311-FB26E1E4D2CD}"/>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2" name="Rectangle 1">
            <a:extLst>
              <a:ext uri="{FF2B5EF4-FFF2-40B4-BE49-F238E27FC236}">
                <a16:creationId xmlns:a16="http://schemas.microsoft.com/office/drawing/2014/main" id="{8507F84D-D31D-16CF-D1B8-EF8FB9835A9B}"/>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Content Placeholder 5">
            <a:extLst>
              <a:ext uri="{FF2B5EF4-FFF2-40B4-BE49-F238E27FC236}">
                <a16:creationId xmlns:a16="http://schemas.microsoft.com/office/drawing/2014/main" id="{E063C1DB-DEB0-33FD-8D62-1D640A8EF369}"/>
              </a:ext>
            </a:extLst>
          </p:cNvPr>
          <p:cNvSpPr>
            <a:spLocks noGrp="1"/>
          </p:cNvSpPr>
          <p:nvPr>
            <p:ph sz="quarter" idx="11"/>
          </p:nvPr>
        </p:nvSpPr>
        <p:spPr>
          <a:xfrm>
            <a:off x="273899" y="1638301"/>
            <a:ext cx="5717648" cy="4538662"/>
          </a:xfrm>
        </p:spPr>
        <p:txBody>
          <a:bodyPr/>
          <a:lstStyle/>
          <a:p>
            <a:pPr lvl="0"/>
            <a:r>
              <a:rPr lang="en-US"/>
              <a:t>Click to edit Master text styles</a:t>
            </a:r>
          </a:p>
        </p:txBody>
      </p:sp>
      <p:sp>
        <p:nvSpPr>
          <p:cNvPr id="6" name="Content Placeholder 5">
            <a:extLst>
              <a:ext uri="{FF2B5EF4-FFF2-40B4-BE49-F238E27FC236}">
                <a16:creationId xmlns:a16="http://schemas.microsoft.com/office/drawing/2014/main" id="{E93BC94D-039E-7936-A938-F287FBACDEB4}"/>
              </a:ext>
            </a:extLst>
          </p:cNvPr>
          <p:cNvSpPr>
            <a:spLocks noGrp="1"/>
          </p:cNvSpPr>
          <p:nvPr>
            <p:ph sz="quarter" idx="17"/>
          </p:nvPr>
        </p:nvSpPr>
        <p:spPr>
          <a:xfrm>
            <a:off x="6265305" y="1638301"/>
            <a:ext cx="5615438" cy="4538662"/>
          </a:xfrm>
        </p:spPr>
        <p:txBody>
          <a:bodyPr/>
          <a:lstStyle/>
          <a:p>
            <a:pPr lvl="0"/>
            <a:r>
              <a:rPr lang="en-US"/>
              <a:t>Click to edit Master text styles</a:t>
            </a:r>
          </a:p>
        </p:txBody>
      </p:sp>
    </p:spTree>
    <p:extLst>
      <p:ext uri="{BB962C8B-B14F-4D97-AF65-F5344CB8AC3E}">
        <p14:creationId xmlns:p14="http://schemas.microsoft.com/office/powerpoint/2010/main" val="362847138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5" name="Rectangle 4">
            <a:extLst>
              <a:ext uri="{FF2B5EF4-FFF2-40B4-BE49-F238E27FC236}">
                <a16:creationId xmlns:a16="http://schemas.microsoft.com/office/drawing/2014/main" id="{6803C7C5-AF04-9B4A-E5D3-9C466711C313}"/>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10" name="Content Placeholder 5">
            <a:extLst>
              <a:ext uri="{FF2B5EF4-FFF2-40B4-BE49-F238E27FC236}">
                <a16:creationId xmlns:a16="http://schemas.microsoft.com/office/drawing/2014/main" id="{F978CC39-CC25-E218-6ADA-81087515E395}"/>
              </a:ext>
            </a:extLst>
          </p:cNvPr>
          <p:cNvSpPr>
            <a:spLocks noGrp="1"/>
          </p:cNvSpPr>
          <p:nvPr>
            <p:ph sz="quarter" idx="11"/>
          </p:nvPr>
        </p:nvSpPr>
        <p:spPr>
          <a:xfrm>
            <a:off x="1797801" y="2014775"/>
            <a:ext cx="4298199" cy="4224177"/>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8290A51-607A-D068-1BB1-A06A0C6B15A0}"/>
              </a:ext>
            </a:extLst>
          </p:cNvPr>
          <p:cNvSpPr>
            <a:spLocks noGrp="1"/>
          </p:cNvSpPr>
          <p:nvPr>
            <p:ph sz="quarter" idx="18"/>
          </p:nvPr>
        </p:nvSpPr>
        <p:spPr>
          <a:xfrm>
            <a:off x="6803754" y="2014774"/>
            <a:ext cx="4298199" cy="4224177"/>
          </a:xfrm>
        </p:spPr>
        <p:txBody>
          <a:bodyPr/>
          <a:lstStyle/>
          <a:p>
            <a:pPr lvl="0"/>
            <a:r>
              <a:rPr lang="en-US"/>
              <a:t>Click to edit Master text styles</a:t>
            </a:r>
          </a:p>
        </p:txBody>
      </p:sp>
      <p:sp>
        <p:nvSpPr>
          <p:cNvPr id="13" name="Title 6">
            <a:extLst>
              <a:ext uri="{FF2B5EF4-FFF2-40B4-BE49-F238E27FC236}">
                <a16:creationId xmlns:a16="http://schemas.microsoft.com/office/drawing/2014/main" id="{ADFC6319-4CDF-563B-0524-FE3744FF0915}"/>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Tree>
    <p:extLst>
      <p:ext uri="{BB962C8B-B14F-4D97-AF65-F5344CB8AC3E}">
        <p14:creationId xmlns:p14="http://schemas.microsoft.com/office/powerpoint/2010/main" val="2205965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6" name="Title 6">
            <a:extLst>
              <a:ext uri="{FF2B5EF4-FFF2-40B4-BE49-F238E27FC236}">
                <a16:creationId xmlns:a16="http://schemas.microsoft.com/office/drawing/2014/main" id="{F6AEC3BC-AAA7-72DF-3C94-E9ABBC6E7AC3}"/>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5" name="Rectangle 4">
            <a:extLst>
              <a:ext uri="{FF2B5EF4-FFF2-40B4-BE49-F238E27FC236}">
                <a16:creationId xmlns:a16="http://schemas.microsoft.com/office/drawing/2014/main" id="{B442D5AF-CC26-2E9B-8B46-6E48874456CA}"/>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7" name="Content Placeholder 5">
            <a:extLst>
              <a:ext uri="{FF2B5EF4-FFF2-40B4-BE49-F238E27FC236}">
                <a16:creationId xmlns:a16="http://schemas.microsoft.com/office/drawing/2014/main" id="{0AA84896-5DA7-F1F8-8359-C8CDC985B5C5}"/>
              </a:ext>
            </a:extLst>
          </p:cNvPr>
          <p:cNvSpPr>
            <a:spLocks noGrp="1"/>
          </p:cNvSpPr>
          <p:nvPr>
            <p:ph sz="quarter" idx="11"/>
          </p:nvPr>
        </p:nvSpPr>
        <p:spPr>
          <a:xfrm>
            <a:off x="1048642" y="3134532"/>
            <a:ext cx="3182400" cy="2966400"/>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BCD5E543-E29F-C517-AE54-7315046AEB29}"/>
              </a:ext>
            </a:extLst>
          </p:cNvPr>
          <p:cNvSpPr>
            <a:spLocks noGrp="1"/>
          </p:cNvSpPr>
          <p:nvPr>
            <p:ph sz="quarter" idx="16"/>
          </p:nvPr>
        </p:nvSpPr>
        <p:spPr>
          <a:xfrm>
            <a:off x="4504800" y="3134531"/>
            <a:ext cx="3182400" cy="2966400"/>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F7ED2E4F-4147-4C7F-466C-B0E639EB9832}"/>
              </a:ext>
            </a:extLst>
          </p:cNvPr>
          <p:cNvSpPr>
            <a:spLocks noGrp="1"/>
          </p:cNvSpPr>
          <p:nvPr>
            <p:ph sz="quarter" idx="17"/>
          </p:nvPr>
        </p:nvSpPr>
        <p:spPr>
          <a:xfrm>
            <a:off x="7960958" y="3134531"/>
            <a:ext cx="3182400" cy="2966400"/>
          </a:xfrm>
        </p:spPr>
        <p:txBody>
          <a:bodyPr/>
          <a:lstStyle/>
          <a:p>
            <a:pPr lvl="0"/>
            <a:r>
              <a:rPr lang="en-US"/>
              <a:t>Click to edit Master text styles</a:t>
            </a:r>
          </a:p>
        </p:txBody>
      </p:sp>
    </p:spTree>
    <p:extLst>
      <p:ext uri="{BB962C8B-B14F-4D97-AF65-F5344CB8AC3E}">
        <p14:creationId xmlns:p14="http://schemas.microsoft.com/office/powerpoint/2010/main" val="33668461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ACBC7F43-DF8E-0106-2D63-F79AA24F830E}"/>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7" name="Rectangle 6">
            <a:extLst>
              <a:ext uri="{FF2B5EF4-FFF2-40B4-BE49-F238E27FC236}">
                <a16:creationId xmlns:a16="http://schemas.microsoft.com/office/drawing/2014/main" id="{794F8CF4-EACE-26DE-6C75-C5F51D993687}"/>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8" name="Content Placeholder 5">
            <a:extLst>
              <a:ext uri="{FF2B5EF4-FFF2-40B4-BE49-F238E27FC236}">
                <a16:creationId xmlns:a16="http://schemas.microsoft.com/office/drawing/2014/main" id="{11DC7563-C20E-F44E-4DC9-5076D38C97A5}"/>
              </a:ext>
            </a:extLst>
          </p:cNvPr>
          <p:cNvSpPr>
            <a:spLocks noGrp="1"/>
          </p:cNvSpPr>
          <p:nvPr>
            <p:ph sz="quarter" idx="11"/>
          </p:nvPr>
        </p:nvSpPr>
        <p:spPr>
          <a:xfrm>
            <a:off x="273898" y="2014778"/>
            <a:ext cx="5578181" cy="1906294"/>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17C3E3FD-90A1-3FCC-2379-5D1C393A37AC}"/>
              </a:ext>
            </a:extLst>
          </p:cNvPr>
          <p:cNvSpPr>
            <a:spLocks noGrp="1"/>
          </p:cNvSpPr>
          <p:nvPr>
            <p:ph sz="quarter" idx="17"/>
          </p:nvPr>
        </p:nvSpPr>
        <p:spPr>
          <a:xfrm>
            <a:off x="6301659" y="2014778"/>
            <a:ext cx="5578181" cy="1906294"/>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7F341017-D1DB-6C58-D356-677822A28718}"/>
              </a:ext>
            </a:extLst>
          </p:cNvPr>
          <p:cNvSpPr>
            <a:spLocks noGrp="1"/>
          </p:cNvSpPr>
          <p:nvPr>
            <p:ph sz="quarter" idx="18"/>
          </p:nvPr>
        </p:nvSpPr>
        <p:spPr>
          <a:xfrm>
            <a:off x="273897" y="4391219"/>
            <a:ext cx="5578181" cy="1906294"/>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B96E5F9-F8EF-2D35-971E-05042FE54137}"/>
              </a:ext>
            </a:extLst>
          </p:cNvPr>
          <p:cNvSpPr>
            <a:spLocks noGrp="1"/>
          </p:cNvSpPr>
          <p:nvPr>
            <p:ph sz="quarter" idx="19"/>
          </p:nvPr>
        </p:nvSpPr>
        <p:spPr>
          <a:xfrm>
            <a:off x="6301659" y="4391219"/>
            <a:ext cx="5578181" cy="1906294"/>
          </a:xfrm>
        </p:spPr>
        <p:txBody>
          <a:bodyPr/>
          <a:lstStyle/>
          <a:p>
            <a:pPr lvl="0"/>
            <a:r>
              <a:rPr lang="en-US"/>
              <a:t>Click to edit Master text styles</a:t>
            </a:r>
          </a:p>
        </p:txBody>
      </p:sp>
    </p:spTree>
    <p:extLst>
      <p:ext uri="{BB962C8B-B14F-4D97-AF65-F5344CB8AC3E}">
        <p14:creationId xmlns:p14="http://schemas.microsoft.com/office/powerpoint/2010/main" val="17886711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ory + Content">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chemeClr val="tx2"/>
          </a:solidFill>
        </p:spPr>
        <p:txBody>
          <a:bodyPr lIns="360000" tIns="251999" rIns="360000" bIns="360000" anchor="t" anchorCtr="0">
            <a:noAutofit/>
          </a:bodyPr>
          <a:lstStyle>
            <a:lvl1pPr marL="0" indent="0">
              <a:lnSpc>
                <a:spcPct val="100000"/>
              </a:lnSpc>
              <a:buNone/>
              <a:defRPr sz="36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650175F0-46C9-D5CC-7B81-0675ACFCB72C}"/>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Rectangle 4">
            <a:extLst>
              <a:ext uri="{FF2B5EF4-FFF2-40B4-BE49-F238E27FC236}">
                <a16:creationId xmlns:a16="http://schemas.microsoft.com/office/drawing/2014/main" id="{8BCC0D2A-EC69-C8D6-7468-CCA6988C067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8" name="Content Placeholder 5">
            <a:extLst>
              <a:ext uri="{FF2B5EF4-FFF2-40B4-BE49-F238E27FC236}">
                <a16:creationId xmlns:a16="http://schemas.microsoft.com/office/drawing/2014/main" id="{6CEDECA3-3866-2D96-0C73-8B83F2938229}"/>
              </a:ext>
            </a:extLst>
          </p:cNvPr>
          <p:cNvSpPr>
            <a:spLocks noGrp="1"/>
          </p:cNvSpPr>
          <p:nvPr>
            <p:ph sz="quarter" idx="11"/>
          </p:nvPr>
        </p:nvSpPr>
        <p:spPr>
          <a:xfrm>
            <a:off x="6633273" y="635431"/>
            <a:ext cx="5067945" cy="5643132"/>
          </a:xfrm>
        </p:spPr>
        <p:txBody>
          <a:bodyPr/>
          <a:lstStyle/>
          <a:p>
            <a:pPr lvl="0"/>
            <a:r>
              <a:rPr lang="en-US"/>
              <a:t>Click to edit Master text styles</a:t>
            </a:r>
          </a:p>
        </p:txBody>
      </p:sp>
      <p:grpSp>
        <p:nvGrpSpPr>
          <p:cNvPr id="6" name="Group 5">
            <a:extLst>
              <a:ext uri="{FF2B5EF4-FFF2-40B4-BE49-F238E27FC236}">
                <a16:creationId xmlns:a16="http://schemas.microsoft.com/office/drawing/2014/main" id="{C771E2B5-A083-B402-DE86-109E1BF30D9B}"/>
              </a:ext>
            </a:extLst>
          </p:cNvPr>
          <p:cNvGrpSpPr/>
          <p:nvPr userDrawn="1"/>
        </p:nvGrpSpPr>
        <p:grpSpPr>
          <a:xfrm>
            <a:off x="-2579659" y="3714818"/>
            <a:ext cx="2144619" cy="2625866"/>
            <a:chOff x="-2608729" y="1272988"/>
            <a:chExt cx="2064454" cy="3585883"/>
          </a:xfrm>
        </p:grpSpPr>
        <p:sp>
          <p:nvSpPr>
            <p:cNvPr id="7" name="Rectangle 6">
              <a:extLst>
                <a:ext uri="{FF2B5EF4-FFF2-40B4-BE49-F238E27FC236}">
                  <a16:creationId xmlns:a16="http://schemas.microsoft.com/office/drawing/2014/main" id="{25645724-5F01-BB89-07F5-192766A6E04E}"/>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6" name="Rectangle 15">
              <a:extLst>
                <a:ext uri="{FF2B5EF4-FFF2-40B4-BE49-F238E27FC236}">
                  <a16:creationId xmlns:a16="http://schemas.microsoft.com/office/drawing/2014/main" id="{F87B8DF5-8109-E9AC-BD83-8D34B3581D8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7" name="Rectangle 16">
              <a:extLst>
                <a:ext uri="{FF2B5EF4-FFF2-40B4-BE49-F238E27FC236}">
                  <a16:creationId xmlns:a16="http://schemas.microsoft.com/office/drawing/2014/main" id="{53482CE0-987A-93F3-F4C9-C81888ED44F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AF00CB7C-1FCA-F8BC-CB0B-BD087547FF0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72EAA96B-A805-5AB2-DC0B-1D0ED6FD033A}"/>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EC2B981E-D1F7-5386-ECE5-0A882147D79B}"/>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dirty="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3CEBD277-7AA7-4DB2-49DC-370970CC902A}"/>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81FDC59E-8C9F-CA18-DD9F-611145D0E6D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614599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left + Title + Copy">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Text Placeholder 2">
            <a:extLst>
              <a:ext uri="{FF2B5EF4-FFF2-40B4-BE49-F238E27FC236}">
                <a16:creationId xmlns:a16="http://schemas.microsoft.com/office/drawing/2014/main" id="{19082F9D-F548-48BC-2820-4D8706FEBD49}"/>
              </a:ext>
            </a:extLst>
          </p:cNvPr>
          <p:cNvSpPr>
            <a:spLocks noGrp="1"/>
          </p:cNvSpPr>
          <p:nvPr>
            <p:ph idx="1" hasCustomPrompt="1"/>
          </p:nvPr>
        </p:nvSpPr>
        <p:spPr>
          <a:xfrm>
            <a:off x="4567935"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Your text here</a:t>
            </a:r>
          </a:p>
        </p:txBody>
      </p:sp>
      <p:sp>
        <p:nvSpPr>
          <p:cNvPr id="10" name="Title 6">
            <a:extLst>
              <a:ext uri="{FF2B5EF4-FFF2-40B4-BE49-F238E27FC236}">
                <a16:creationId xmlns:a16="http://schemas.microsoft.com/office/drawing/2014/main" id="{38175FCA-615C-D68F-52BD-D6FE3A22F4A4}"/>
              </a:ext>
            </a:extLst>
          </p:cNvPr>
          <p:cNvSpPr>
            <a:spLocks noGrp="1"/>
          </p:cNvSpPr>
          <p:nvPr>
            <p:ph type="title" hasCustomPrompt="1"/>
          </p:nvPr>
        </p:nvSpPr>
        <p:spPr>
          <a:xfrm>
            <a:off x="4567935" y="249333"/>
            <a:ext cx="7312808"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13" name="Slide Number Placeholder 12">
            <a:extLst>
              <a:ext uri="{FF2B5EF4-FFF2-40B4-BE49-F238E27FC236}">
                <a16:creationId xmlns:a16="http://schemas.microsoft.com/office/drawing/2014/main" id="{369D51F5-DC29-C6E4-F1EF-3A4EBB5463D3}"/>
              </a:ext>
            </a:extLst>
          </p:cNvPr>
          <p:cNvSpPr>
            <a:spLocks noGrp="1"/>
          </p:cNvSpPr>
          <p:nvPr>
            <p:ph type="sldNum" sz="quarter" idx="13"/>
          </p:nvPr>
        </p:nvSpPr>
        <p:spPr/>
        <p:txBody>
          <a:bodyPr/>
          <a:lstStyle/>
          <a:p>
            <a:fld id="{A56DC5C3-3BE5-034A-8352-A8E8F559C4F3}" type="slidenum">
              <a:rPr lang="en-NL" smtClean="0"/>
              <a:pPr/>
              <a:t>‹#›</a:t>
            </a:fld>
            <a:endParaRPr lang="en-NL"/>
          </a:p>
        </p:txBody>
      </p:sp>
    </p:spTree>
    <p:extLst>
      <p:ext uri="{BB962C8B-B14F-4D97-AF65-F5344CB8AC3E}">
        <p14:creationId xmlns:p14="http://schemas.microsoft.com/office/powerpoint/2010/main" val="26546749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right + Title +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6" name="Text Placeholder 2">
            <a:extLst>
              <a:ext uri="{FF2B5EF4-FFF2-40B4-BE49-F238E27FC236}">
                <a16:creationId xmlns:a16="http://schemas.microsoft.com/office/drawing/2014/main" id="{0F017574-AEEE-146D-22D3-0A954FAB17B0}"/>
              </a:ext>
            </a:extLst>
          </p:cNvPr>
          <p:cNvSpPr>
            <a:spLocks noGrp="1"/>
          </p:cNvSpPr>
          <p:nvPr>
            <p:ph idx="1" hasCustomPrompt="1"/>
          </p:nvPr>
        </p:nvSpPr>
        <p:spPr>
          <a:xfrm>
            <a:off x="300736"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Your text here</a:t>
            </a:r>
          </a:p>
        </p:txBody>
      </p:sp>
      <p:sp>
        <p:nvSpPr>
          <p:cNvPr id="10" name="Title 6">
            <a:extLst>
              <a:ext uri="{FF2B5EF4-FFF2-40B4-BE49-F238E27FC236}">
                <a16:creationId xmlns:a16="http://schemas.microsoft.com/office/drawing/2014/main" id="{A0A87380-D61B-D057-ACB5-29AB202B9DB2}"/>
              </a:ext>
            </a:extLst>
          </p:cNvPr>
          <p:cNvSpPr>
            <a:spLocks noGrp="1"/>
          </p:cNvSpPr>
          <p:nvPr>
            <p:ph type="title" hasCustomPrompt="1"/>
          </p:nvPr>
        </p:nvSpPr>
        <p:spPr>
          <a:xfrm>
            <a:off x="300735" y="249333"/>
            <a:ext cx="7312808" cy="1218485"/>
          </a:xfrm>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Tree>
    <p:extLst>
      <p:ext uri="{BB962C8B-B14F-4D97-AF65-F5344CB8AC3E}">
        <p14:creationId xmlns:p14="http://schemas.microsoft.com/office/powerpoint/2010/main" val="7642634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dirty="0"/>
              <a:t>Your title here</a:t>
            </a:r>
            <a:endParaRPr lang="en-NL" dirty="0"/>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Tree>
    <p:extLst>
      <p:ext uri="{BB962C8B-B14F-4D97-AF65-F5344CB8AC3E}">
        <p14:creationId xmlns:p14="http://schemas.microsoft.com/office/powerpoint/2010/main" val="41090032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dirty="0"/>
              <a:t>Your title here</a:t>
            </a:r>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11" name="Text Placeholder 10">
            <a:extLst>
              <a:ext uri="{FF2B5EF4-FFF2-40B4-BE49-F238E27FC236}">
                <a16:creationId xmlns:a16="http://schemas.microsoft.com/office/drawing/2014/main" id="{FEE71307-FA48-995D-D709-CA187C6C5111}"/>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dirty="0"/>
              <a:t>Place your subtitle here</a:t>
            </a:r>
          </a:p>
        </p:txBody>
      </p:sp>
    </p:spTree>
    <p:extLst>
      <p:ext uri="{BB962C8B-B14F-4D97-AF65-F5344CB8AC3E}">
        <p14:creationId xmlns:p14="http://schemas.microsoft.com/office/powerpoint/2010/main" val="18665838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4" name="Text Placeholder 2">
            <a:extLst>
              <a:ext uri="{FF2B5EF4-FFF2-40B4-BE49-F238E27FC236}">
                <a16:creationId xmlns:a16="http://schemas.microsoft.com/office/drawing/2014/main" id="{8A382E36-2D5B-4E26-8E80-02D618119856}"/>
              </a:ext>
            </a:extLst>
          </p:cNvPr>
          <p:cNvSpPr>
            <a:spLocks noGrp="1"/>
          </p:cNvSpPr>
          <p:nvPr>
            <p:ph idx="1"/>
          </p:nvPr>
        </p:nvSpPr>
        <p:spPr>
          <a:xfrm>
            <a:off x="273899" y="1638301"/>
            <a:ext cx="11606844"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Title 6">
            <a:extLst>
              <a:ext uri="{FF2B5EF4-FFF2-40B4-BE49-F238E27FC236}">
                <a16:creationId xmlns:a16="http://schemas.microsoft.com/office/drawing/2014/main" id="{F93258A8-4C01-9A3D-E3FC-6B9D7F3B779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dirty="0"/>
              <a:t>Your title here</a:t>
            </a:r>
          </a:p>
        </p:txBody>
      </p:sp>
      <p:sp>
        <p:nvSpPr>
          <p:cNvPr id="5" name="Text Placeholder 10">
            <a:extLst>
              <a:ext uri="{FF2B5EF4-FFF2-40B4-BE49-F238E27FC236}">
                <a16:creationId xmlns:a16="http://schemas.microsoft.com/office/drawing/2014/main" id="{6E1C11A9-CB22-A79A-9ABA-FCC8A821EC3E}"/>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dirty="0"/>
              <a:t>Place your subtitle here</a:t>
            </a:r>
          </a:p>
        </p:txBody>
      </p:sp>
    </p:spTree>
    <p:extLst>
      <p:ext uri="{BB962C8B-B14F-4D97-AF65-F5344CB8AC3E}">
        <p14:creationId xmlns:p14="http://schemas.microsoft.com/office/powerpoint/2010/main" val="10509111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286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hank You Identifier">
    <p:bg>
      <p:bgPr>
        <a:solidFill>
          <a:schemeClr val="accent1"/>
        </a:solidFill>
        <a:effectLst/>
      </p:bgPr>
    </p:bg>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92E7DD8-17A3-4DE5-EDCE-5125439B85E2}"/>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dirty="0">
                <a:latin typeface="ING Me" panose="02000506040000020004" pitchFamily="2" charset="0"/>
                <a:cs typeface="ING Me" panose="02000506040000020004" pitchFamily="2" charset="0"/>
              </a:rPr>
              <a:t>www.ing.com</a:t>
            </a:r>
          </a:p>
        </p:txBody>
      </p:sp>
      <p:pic>
        <p:nvPicPr>
          <p:cNvPr id="3" name="Picture 2">
            <a:extLst>
              <a:ext uri="{FF2B5EF4-FFF2-40B4-BE49-F238E27FC236}">
                <a16:creationId xmlns:a16="http://schemas.microsoft.com/office/drawing/2014/main" id="{65F9F3CF-41AF-8032-F988-1B06CECFB8F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8" name="Title 7">
            <a:extLst>
              <a:ext uri="{FF2B5EF4-FFF2-40B4-BE49-F238E27FC236}">
                <a16:creationId xmlns:a16="http://schemas.microsoft.com/office/drawing/2014/main" id="{B4333236-3387-B194-032C-4F24EB019236}"/>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dirty="0"/>
              <a:t>Thank you!</a:t>
            </a:r>
          </a:p>
        </p:txBody>
      </p:sp>
    </p:spTree>
    <p:extLst>
      <p:ext uri="{BB962C8B-B14F-4D97-AF65-F5344CB8AC3E}">
        <p14:creationId xmlns:p14="http://schemas.microsoft.com/office/powerpoint/2010/main" val="35446242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hank You Logo">
    <p:bg>
      <p:bgPr>
        <a:solidFill>
          <a:schemeClr val="accent1"/>
        </a:solidFill>
        <a:effectLst/>
      </p:bgPr>
    </p:bg>
    <p:spTree>
      <p:nvGrpSpPr>
        <p:cNvPr id="1" name=""/>
        <p:cNvGrpSpPr/>
        <p:nvPr/>
      </p:nvGrpSpPr>
      <p:grpSpPr>
        <a:xfrm>
          <a:off x="0" y="0"/>
          <a:ext cx="0" cy="0"/>
          <a:chOff x="0" y="0"/>
          <a:chExt cx="0" cy="0"/>
        </a:xfrm>
      </p:grpSpPr>
      <p:sp>
        <p:nvSpPr>
          <p:cNvPr id="6" name="Title 20">
            <a:extLst>
              <a:ext uri="{FF2B5EF4-FFF2-40B4-BE49-F238E27FC236}">
                <a16:creationId xmlns:a16="http://schemas.microsoft.com/office/drawing/2014/main" id="{E2D70D3D-0E14-6BA3-79E7-923F02BFBB6F}"/>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dirty="0">
                <a:latin typeface="ING Me" panose="02000506040000020004" pitchFamily="2" charset="0"/>
                <a:cs typeface="ING Me" panose="02000506040000020004" pitchFamily="2" charset="0"/>
              </a:rPr>
              <a:t>www.ing.com</a:t>
            </a:r>
            <a:endParaRPr lang="en-NL" sz="1200" b="1" i="0" dirty="0">
              <a:latin typeface="ING Me" panose="02000506040000020004" pitchFamily="2" charset="0"/>
              <a:cs typeface="ING Me" panose="02000506040000020004" pitchFamily="2" charset="0"/>
            </a:endParaRPr>
          </a:p>
        </p:txBody>
      </p:sp>
      <p:pic>
        <p:nvPicPr>
          <p:cNvPr id="4" name="Picture 3">
            <a:extLst>
              <a:ext uri="{FF2B5EF4-FFF2-40B4-BE49-F238E27FC236}">
                <a16:creationId xmlns:a16="http://schemas.microsoft.com/office/drawing/2014/main" id="{0F0803D6-6FA0-F2FA-998E-013CD7C9736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5" name="Title 7">
            <a:extLst>
              <a:ext uri="{FF2B5EF4-FFF2-40B4-BE49-F238E27FC236}">
                <a16:creationId xmlns:a16="http://schemas.microsoft.com/office/drawing/2014/main" id="{4AA3C1EC-8ADE-2ACA-562C-3275948DD0F4}"/>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dirty="0"/>
              <a:t>Thank you!</a:t>
            </a:r>
            <a:endParaRPr lang="en-NL" dirty="0"/>
          </a:p>
        </p:txBody>
      </p:sp>
    </p:spTree>
    <p:extLst>
      <p:ext uri="{BB962C8B-B14F-4D97-AF65-F5344CB8AC3E}">
        <p14:creationId xmlns:p14="http://schemas.microsoft.com/office/powerpoint/2010/main" val="40432582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End Identifier">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A515EE-46DE-23DB-1C25-5D060BD63B4C}"/>
              </a:ext>
            </a:extLst>
          </p:cNvPr>
          <p:cNvPicPr>
            <a:picLocks noChangeAspect="1"/>
          </p:cNvPicPr>
          <p:nvPr userDrawn="1"/>
        </p:nvPicPr>
        <p:blipFill>
          <a:blip r:embed="rId2"/>
          <a:stretch>
            <a:fillRect/>
          </a:stretch>
        </p:blipFill>
        <p:spPr>
          <a:xfrm>
            <a:off x="5200453" y="2414837"/>
            <a:ext cx="1791094" cy="2028326"/>
          </a:xfrm>
          <a:prstGeom prst="rect">
            <a:avLst/>
          </a:prstGeom>
        </p:spPr>
      </p:pic>
    </p:spTree>
    <p:extLst>
      <p:ext uri="{BB962C8B-B14F-4D97-AF65-F5344CB8AC3E}">
        <p14:creationId xmlns:p14="http://schemas.microsoft.com/office/powerpoint/2010/main" val="27312757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Logo">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B8C555-4D48-7E79-098B-3526508A552B}"/>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355922" y="3701524"/>
            <a:ext cx="11480156" cy="2841484"/>
          </a:xfrm>
          <a:prstGeom prst="rect">
            <a:avLst/>
          </a:prstGeom>
        </p:spPr>
      </p:pic>
    </p:spTree>
    <p:extLst>
      <p:ext uri="{BB962C8B-B14F-4D97-AF65-F5344CB8AC3E}">
        <p14:creationId xmlns:p14="http://schemas.microsoft.com/office/powerpoint/2010/main" val="31459602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a:p>
        </p:txBody>
      </p:sp>
      <p:sp>
        <p:nvSpPr>
          <p:cNvPr id="4" name="Footer Placeholder 3"/>
          <p:cNvSpPr>
            <a:spLocks noGrp="1"/>
          </p:cNvSpPr>
          <p:nvPr>
            <p:ph type="ftr" sz="quarter" idx="12"/>
          </p:nvPr>
        </p:nvSpPr>
        <p:spPr/>
        <p:txBody>
          <a:bodyPr/>
          <a:lstStyle/>
          <a:p>
            <a:r>
              <a:rPr lang="en-GB" noProof="0"/>
              <a:t>[Insert </a:t>
            </a:r>
            <a:r>
              <a:rPr lang="en-GB" noProof="0" err="1"/>
              <a:t>filepath</a:t>
            </a:r>
            <a:r>
              <a:rPr lang="en-GB" noProof="0"/>
              <a:t> here]</a:t>
            </a:r>
          </a:p>
        </p:txBody>
      </p:sp>
      <p:sp>
        <p:nvSpPr>
          <p:cNvPr id="3" name="Title 2">
            <a:extLst>
              <a:ext uri="{FF2B5EF4-FFF2-40B4-BE49-F238E27FC236}">
                <a16:creationId xmlns:a16="http://schemas.microsoft.com/office/drawing/2014/main" id="{84D4D2F9-176A-49C1-9D48-F7F50A26D9DE}"/>
              </a:ext>
            </a:extLst>
          </p:cNvPr>
          <p:cNvSpPr>
            <a:spLocks noGrp="1"/>
          </p:cNvSpPr>
          <p:nvPr>
            <p:ph type="title"/>
          </p:nvPr>
        </p:nvSpPr>
        <p:spPr/>
        <p:txBody>
          <a:bodyPr/>
          <a:lstStyle/>
          <a:p>
            <a:r>
              <a:rPr lang="en-US"/>
              <a:t>Click to edit Master title style</a:t>
            </a:r>
            <a:endParaRPr lang="en-GB"/>
          </a:p>
        </p:txBody>
      </p:sp>
      <p:sp>
        <p:nvSpPr>
          <p:cNvPr id="8" name="Subtitle">
            <a:extLst>
              <a:ext uri="{FF2B5EF4-FFF2-40B4-BE49-F238E27FC236}">
                <a16:creationId xmlns:a16="http://schemas.microsoft.com/office/drawing/2014/main" id="{E3F20B21-EBAC-4185-A995-33974C6269A4}"/>
              </a:ext>
            </a:extLst>
          </p:cNvPr>
          <p:cNvSpPr>
            <a:spLocks noGrp="1"/>
          </p:cNvSpPr>
          <p:nvPr>
            <p:ph type="body" sz="quarter" idx="13"/>
          </p:nvPr>
        </p:nvSpPr>
        <p:spPr>
          <a:xfrm>
            <a:off x="657363" y="864000"/>
            <a:ext cx="10875600" cy="198000"/>
          </a:xfrm>
        </p:spPr>
        <p:txBody>
          <a:bodyPr anchor="b"/>
          <a:lstStyle>
            <a:lvl1pPr>
              <a:lnSpc>
                <a:spcPct val="92000"/>
              </a:lnSpc>
              <a:spcBef>
                <a:spcPts val="0"/>
              </a:spcBef>
              <a:defRPr sz="1200" b="1"/>
            </a:lvl1pPr>
          </a:lstStyle>
          <a:p>
            <a:pPr lvl="0"/>
            <a:r>
              <a:rPr lang="en-US" noProof="0"/>
              <a:t>Click to edit Master text styles</a:t>
            </a:r>
          </a:p>
        </p:txBody>
      </p:sp>
    </p:spTree>
    <p:extLst>
      <p:ext uri="{BB962C8B-B14F-4D97-AF65-F5344CB8AC3E}">
        <p14:creationId xmlns:p14="http://schemas.microsoft.com/office/powerpoint/2010/main" val="25007454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End_3">
    <p:bg>
      <p:bgPr>
        <a:solidFill>
          <a:schemeClr val="accent1"/>
        </a:solidFill>
        <a:effectLst/>
      </p:bgPr>
    </p:bg>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92E7DD8-17A3-4DE5-EDCE-5125439B85E2}"/>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err="1">
                <a:latin typeface="ING Me" panose="02000506040000020004" pitchFamily="2" charset="0"/>
                <a:cs typeface="ING Me" panose="02000506040000020004" pitchFamily="2" charset="0"/>
              </a:rPr>
              <a:t>www.ing.com</a:t>
            </a:r>
            <a:endParaRPr lang="en-NL" sz="1200" b="1" i="0">
              <a:latin typeface="ING Me" panose="02000506040000020004" pitchFamily="2" charset="0"/>
              <a:cs typeface="ING Me" panose="02000506040000020004" pitchFamily="2" charset="0"/>
            </a:endParaRPr>
          </a:p>
        </p:txBody>
      </p:sp>
      <p:pic>
        <p:nvPicPr>
          <p:cNvPr id="3" name="Picture 2">
            <a:extLst>
              <a:ext uri="{FF2B5EF4-FFF2-40B4-BE49-F238E27FC236}">
                <a16:creationId xmlns:a16="http://schemas.microsoft.com/office/drawing/2014/main" id="{65F9F3CF-41AF-8032-F988-1B06CECFB8F3}"/>
              </a:ext>
            </a:extLst>
          </p:cNvPr>
          <p:cNvPicPr>
            <a:picLocks noChangeAspect="1"/>
          </p:cNvPicPr>
          <p:nvPr userDrawn="1"/>
        </p:nvPicPr>
        <p:blipFill>
          <a:blip r:embed="rId2"/>
          <a:stretch>
            <a:fillRect/>
          </a:stretch>
        </p:blipFill>
        <p:spPr>
          <a:xfrm>
            <a:off x="5559318" y="169114"/>
            <a:ext cx="1073363" cy="1215531"/>
          </a:xfrm>
          <a:prstGeom prst="rect">
            <a:avLst/>
          </a:prstGeom>
        </p:spPr>
      </p:pic>
      <p:sp>
        <p:nvSpPr>
          <p:cNvPr id="8" name="Title 7">
            <a:extLst>
              <a:ext uri="{FF2B5EF4-FFF2-40B4-BE49-F238E27FC236}">
                <a16:creationId xmlns:a16="http://schemas.microsoft.com/office/drawing/2014/main" id="{B4333236-3387-B194-032C-4F24EB019236}"/>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0" i="0" kern="1200" dirty="0">
                <a:solidFill>
                  <a:schemeClr val="bg1"/>
                </a:solidFill>
                <a:latin typeface="ING display" panose="020B0803030508020203" pitchFamily="34" charset="77"/>
                <a:ea typeface="+mn-ea"/>
                <a:cs typeface="+mn-cs"/>
              </a:defRPr>
            </a:lvl1pPr>
          </a:lstStyle>
          <a:p>
            <a:r>
              <a:rPr lang="en-GB"/>
              <a:t>Thank you!</a:t>
            </a:r>
            <a:endParaRPr lang="en-NL"/>
          </a:p>
        </p:txBody>
      </p:sp>
    </p:spTree>
    <p:extLst>
      <p:ext uri="{BB962C8B-B14F-4D97-AF65-F5344CB8AC3E}">
        <p14:creationId xmlns:p14="http://schemas.microsoft.com/office/powerpoint/2010/main" val="1600405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1 Identifier">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6C1D5-F6D9-54EA-F2C8-B97AB2E45F4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4" name="Rectangle 3">
            <a:extLst>
              <a:ext uri="{FF2B5EF4-FFF2-40B4-BE49-F238E27FC236}">
                <a16:creationId xmlns:a16="http://schemas.microsoft.com/office/drawing/2014/main" id="{B13BF4B8-5D46-AB62-4422-C9754992372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5" name="Rectangle 4">
            <a:extLst>
              <a:ext uri="{FF2B5EF4-FFF2-40B4-BE49-F238E27FC236}">
                <a16:creationId xmlns:a16="http://schemas.microsoft.com/office/drawing/2014/main" id="{CCBA41A5-D196-CE9E-66C5-D521AAD64A8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15F991CF-6037-0EC3-F7B2-D870BD44AD14}"/>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8" name="Text Placeholder 17">
            <a:extLst>
              <a:ext uri="{FF2B5EF4-FFF2-40B4-BE49-F238E27FC236}">
                <a16:creationId xmlns:a16="http://schemas.microsoft.com/office/drawing/2014/main" id="{25F8064A-1485-8266-6186-50870EB7B081}"/>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a:t>Day Month Year</a:t>
            </a:r>
          </a:p>
        </p:txBody>
      </p:sp>
      <p:sp>
        <p:nvSpPr>
          <p:cNvPr id="19" name="Text Placeholder 17">
            <a:extLst>
              <a:ext uri="{FF2B5EF4-FFF2-40B4-BE49-F238E27FC236}">
                <a16:creationId xmlns:a16="http://schemas.microsoft.com/office/drawing/2014/main" id="{BDD23AF9-0BE3-7ECA-7B48-458324AFC826}"/>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a:t>Name / Department</a:t>
            </a:r>
          </a:p>
        </p:txBody>
      </p:sp>
      <p:sp>
        <p:nvSpPr>
          <p:cNvPr id="2" name="Title 1">
            <a:extLst>
              <a:ext uri="{FF2B5EF4-FFF2-40B4-BE49-F238E27FC236}">
                <a16:creationId xmlns:a16="http://schemas.microsoft.com/office/drawing/2014/main" id="{7B704C66-A991-C113-63EF-B718A3F1725A}"/>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a:t>Name your presentation and a second line if you want</a:t>
            </a:r>
          </a:p>
        </p:txBody>
      </p:sp>
    </p:spTree>
    <p:extLst>
      <p:ext uri="{BB962C8B-B14F-4D97-AF65-F5344CB8AC3E}">
        <p14:creationId xmlns:p14="http://schemas.microsoft.com/office/powerpoint/2010/main" val="11347959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1 Logo">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339E4B-B2F4-E88F-652E-BEE5AA87549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A884C44A-C4A1-4612-CBA6-8B60C7AD2677}"/>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D2C7FD86-45D2-07E8-3474-6A4895A6D065}"/>
              </a:ext>
            </a:extLst>
          </p:cNvPr>
          <p:cNvSpPr>
            <a:spLocks noGrp="1"/>
          </p:cNvSpPr>
          <p:nvPr>
            <p:ph type="body" sz="quarter" idx="10" hasCustomPrompt="1"/>
          </p:nvPr>
        </p:nvSpPr>
        <p:spPr>
          <a:xfrm>
            <a:off x="3449770" y="6246197"/>
            <a:ext cx="2551524"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FDC8D235-C3DF-364D-EB4A-58FAE9533FC8}"/>
              </a:ext>
            </a:extLst>
          </p:cNvPr>
          <p:cNvSpPr>
            <a:spLocks noGrp="1"/>
          </p:cNvSpPr>
          <p:nvPr>
            <p:ph type="body" sz="quarter" idx="11" hasCustomPrompt="1"/>
          </p:nvPr>
        </p:nvSpPr>
        <p:spPr>
          <a:xfrm>
            <a:off x="6190707" y="6246197"/>
            <a:ext cx="5525042" cy="365125"/>
          </a:xfrm>
        </p:spPr>
        <p:txBody>
          <a:bodyPr anchor="ctr"/>
          <a:lstStyle>
            <a:lvl1pPr algn="l">
              <a:defRPr b="1">
                <a:solidFill>
                  <a:schemeClr val="bg1"/>
                </a:solidFill>
              </a:defRPr>
            </a:lvl1pPr>
          </a:lstStyle>
          <a:p>
            <a:pPr lvl="0"/>
            <a:r>
              <a:rPr lang="en-GB"/>
              <a:t>Name / Department</a:t>
            </a:r>
          </a:p>
        </p:txBody>
      </p:sp>
      <p:sp>
        <p:nvSpPr>
          <p:cNvPr id="3" name="Rectangle 2">
            <a:extLst>
              <a:ext uri="{FF2B5EF4-FFF2-40B4-BE49-F238E27FC236}">
                <a16:creationId xmlns:a16="http://schemas.microsoft.com/office/drawing/2014/main" id="{A56A237C-033F-CAA1-484B-4497A2D9AF10}"/>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9" name="Rectangle 8">
            <a:extLst>
              <a:ext uri="{FF2B5EF4-FFF2-40B4-BE49-F238E27FC236}">
                <a16:creationId xmlns:a16="http://schemas.microsoft.com/office/drawing/2014/main" id="{B644D352-6656-F7CC-FC01-8930AA475CB8}"/>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Title 1">
            <a:extLst>
              <a:ext uri="{FF2B5EF4-FFF2-40B4-BE49-F238E27FC236}">
                <a16:creationId xmlns:a16="http://schemas.microsoft.com/office/drawing/2014/main" id="{B591160B-948C-1B93-DD34-2BB3CA729882}"/>
              </a:ext>
            </a:extLst>
          </p:cNvPr>
          <p:cNvSpPr>
            <a:spLocks noGrp="1"/>
          </p:cNvSpPr>
          <p:nvPr>
            <p:ph type="ctrTitle" hasCustomPrompt="1"/>
          </p:nvPr>
        </p:nvSpPr>
        <p:spPr>
          <a:xfrm>
            <a:off x="386324" y="1958340"/>
            <a:ext cx="11419349" cy="2941320"/>
          </a:xfrm>
          <a:prstGeom prst="rect">
            <a:avLst/>
          </a:prstGeom>
        </p:spPr>
        <p:txBody>
          <a:bodyPr anchor="ctr" anchorCtr="0">
            <a:noAutofit/>
          </a:bodyPr>
          <a:lstStyle>
            <a:lvl1pPr algn="ctr">
              <a:defRPr sz="7200" b="0" i="0">
                <a:solidFill>
                  <a:schemeClr val="bg1"/>
                </a:solidFill>
                <a:latin typeface="ING display" panose="020B0603030508020203" pitchFamily="34" charset="77"/>
              </a:defRPr>
            </a:lvl1pPr>
          </a:lstStyle>
          <a:p>
            <a:r>
              <a:rPr lang="en-GB"/>
              <a:t>Name your presentation and a second line if you want</a:t>
            </a:r>
          </a:p>
        </p:txBody>
      </p:sp>
    </p:spTree>
    <p:extLst>
      <p:ext uri="{BB962C8B-B14F-4D97-AF65-F5344CB8AC3E}">
        <p14:creationId xmlns:p14="http://schemas.microsoft.com/office/powerpoint/2010/main" val="34240319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2 Identifier">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4A41ABD-F224-89E5-B764-BCD2C3BEC8F8}"/>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a:t>A very large title goes here.</a:t>
            </a:r>
          </a:p>
        </p:txBody>
      </p:sp>
      <p:pic>
        <p:nvPicPr>
          <p:cNvPr id="18" name="Picture 17">
            <a:extLst>
              <a:ext uri="{FF2B5EF4-FFF2-40B4-BE49-F238E27FC236}">
                <a16:creationId xmlns:a16="http://schemas.microsoft.com/office/drawing/2014/main" id="{B0C30C88-24FE-98B1-213B-89BA4EB0620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5" name="Rectangle 4">
            <a:extLst>
              <a:ext uri="{FF2B5EF4-FFF2-40B4-BE49-F238E27FC236}">
                <a16:creationId xmlns:a16="http://schemas.microsoft.com/office/drawing/2014/main" id="{AF420F89-0D27-60B5-AA64-53CDA95460F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7A17EDBC-A56B-03A3-8919-1457E6742FB0}"/>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Day Month Year</a:t>
            </a:r>
          </a:p>
        </p:txBody>
      </p:sp>
      <p:sp>
        <p:nvSpPr>
          <p:cNvPr id="3" name="Footer Placeholder 4">
            <a:extLst>
              <a:ext uri="{FF2B5EF4-FFF2-40B4-BE49-F238E27FC236}">
                <a16:creationId xmlns:a16="http://schemas.microsoft.com/office/drawing/2014/main" id="{BDE16382-5DCB-5410-145B-FA0D464C4813}"/>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7" name="Rectangle 6">
            <a:extLst>
              <a:ext uri="{FF2B5EF4-FFF2-40B4-BE49-F238E27FC236}">
                <a16:creationId xmlns:a16="http://schemas.microsoft.com/office/drawing/2014/main" id="{D49904C3-8661-9696-2471-11AF33E36C62}"/>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4" name="Rectangle 3">
            <a:extLst>
              <a:ext uri="{FF2B5EF4-FFF2-40B4-BE49-F238E27FC236}">
                <a16:creationId xmlns:a16="http://schemas.microsoft.com/office/drawing/2014/main" id="{653A32F9-50B3-45B9-FD9F-9024FA393005}"/>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5846691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2 Logo">
    <p:bg>
      <p:bgPr>
        <a:solidFill>
          <a:schemeClr val="accent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F4AA5B8-BFDA-18F9-B22E-1B88E923988A}"/>
              </a:ext>
            </a:extLst>
          </p:cNvPr>
          <p:cNvSpPr>
            <a:spLocks noGrp="1"/>
          </p:cNvSpPr>
          <p:nvPr>
            <p:ph type="ctrTitle" hasCustomPrompt="1"/>
          </p:nvPr>
        </p:nvSpPr>
        <p:spPr>
          <a:xfrm>
            <a:off x="300736" y="76696"/>
            <a:ext cx="8690864" cy="2824480"/>
          </a:xfrm>
          <a:prstGeom prst="rect">
            <a:avLst/>
          </a:prstGeom>
          <a:noFill/>
        </p:spPr>
        <p:txBody>
          <a:bodyPr wrap="square" rtlCol="0" anchor="t">
            <a:noAutofit/>
          </a:bodyPr>
          <a:lstStyle>
            <a:lvl1pPr>
              <a:defRPr lang="en-US" sz="9600" b="0" i="0" dirty="0">
                <a:solidFill>
                  <a:schemeClr val="bg1"/>
                </a:solidFill>
                <a:latin typeface="ING display" panose="020B0603030508020203" pitchFamily="34" charset="77"/>
                <a:ea typeface="+mn-ea"/>
                <a:cs typeface="+mn-cs"/>
              </a:defRPr>
            </a:lvl1pPr>
          </a:lstStyle>
          <a:p>
            <a:pPr marL="0" lvl="0" defTabSz="457200"/>
            <a:r>
              <a:rPr lang="en-GB"/>
              <a:t>A very large title goes here.</a:t>
            </a:r>
          </a:p>
        </p:txBody>
      </p:sp>
      <p:pic>
        <p:nvPicPr>
          <p:cNvPr id="18" name="Picture 17">
            <a:extLst>
              <a:ext uri="{FF2B5EF4-FFF2-40B4-BE49-F238E27FC236}">
                <a16:creationId xmlns:a16="http://schemas.microsoft.com/office/drawing/2014/main" id="{4572D8EE-27F9-9A3C-27B9-33D30B182BC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5" name="Rectangle 4">
            <a:extLst>
              <a:ext uri="{FF2B5EF4-FFF2-40B4-BE49-F238E27FC236}">
                <a16:creationId xmlns:a16="http://schemas.microsoft.com/office/drawing/2014/main" id="{DB2803E6-CA74-7B9A-DB7D-E5C5A93F576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 name="Date Placeholder 3">
            <a:extLst>
              <a:ext uri="{FF2B5EF4-FFF2-40B4-BE49-F238E27FC236}">
                <a16:creationId xmlns:a16="http://schemas.microsoft.com/office/drawing/2014/main" id="{EF24797B-826C-A48F-CA13-97232D4D2597}"/>
              </a:ext>
            </a:extLst>
          </p:cNvPr>
          <p:cNvSpPr>
            <a:spLocks noGrp="1"/>
          </p:cNvSpPr>
          <p:nvPr>
            <p:ph type="dt" sz="half" idx="2"/>
          </p:nvPr>
        </p:nvSpPr>
        <p:spPr>
          <a:xfrm>
            <a:off x="300736" y="6276727"/>
            <a:ext cx="1599626" cy="365125"/>
          </a:xfrm>
          <a:prstGeom prst="rect">
            <a:avLst/>
          </a:prstGeom>
        </p:spPr>
        <p:txBody>
          <a:bodyPr vert="horz" lIns="91440" tIns="45720" rIns="91440" bIns="45720" rtlCol="0" anchor="t" anchorCtr="0"/>
          <a:lstStyle>
            <a:lvl1pPr marL="0" algn="l" defTabSz="457200" rtl="0" eaLnBrk="1" latinLnBrk="0" hangingPunct="1">
              <a:defRPr lang="en-NL" sz="1400" b="1" kern="1200" smtClean="0">
                <a:solidFill>
                  <a:schemeClr val="bg1"/>
                </a:solidFill>
                <a:latin typeface="ING Me" panose="02000506040000020004" pitchFamily="2" charset="0"/>
                <a:ea typeface="+mn-ea"/>
                <a:cs typeface="ING Me" panose="02000506040000020004" pitchFamily="2" charset="0"/>
              </a:defRPr>
            </a:lvl1pPr>
          </a:lstStyle>
          <a:p>
            <a:r>
              <a:rPr lang="en-GB"/>
              <a:t>Day Month Year</a:t>
            </a:r>
          </a:p>
        </p:txBody>
      </p:sp>
      <p:sp>
        <p:nvSpPr>
          <p:cNvPr id="8" name="Footer Placeholder 4">
            <a:extLst>
              <a:ext uri="{FF2B5EF4-FFF2-40B4-BE49-F238E27FC236}">
                <a16:creationId xmlns:a16="http://schemas.microsoft.com/office/drawing/2014/main" id="{ED0ACA50-86CE-0B0B-5E2B-70422F03E535}"/>
              </a:ext>
            </a:extLst>
          </p:cNvPr>
          <p:cNvSpPr>
            <a:spLocks noGrp="1"/>
          </p:cNvSpPr>
          <p:nvPr>
            <p:ph type="ftr" sz="quarter" idx="3"/>
          </p:nvPr>
        </p:nvSpPr>
        <p:spPr>
          <a:xfrm>
            <a:off x="1981200" y="6276727"/>
            <a:ext cx="4114800" cy="365125"/>
          </a:xfrm>
          <a:prstGeom prst="rect">
            <a:avLst/>
          </a:prstGeom>
        </p:spPr>
        <p:txBody>
          <a:bodyPr vert="horz" lIns="91440" tIns="45720" rIns="91440" bIns="45720" rtlCol="0" anchor="t" anchorCtr="0"/>
          <a:lstStyle>
            <a:lvl1pPr algn="l">
              <a:defRPr lang="en-NL" sz="1400" b="1" kern="1200" dirty="0">
                <a:solidFill>
                  <a:schemeClr val="bg1"/>
                </a:solidFill>
                <a:latin typeface="ING Me" panose="02000506040000020004" pitchFamily="2" charset="0"/>
                <a:ea typeface="+mn-ea"/>
                <a:cs typeface="ING Me" panose="02000506040000020004" pitchFamily="2" charset="0"/>
              </a:defRPr>
            </a:lvl1pPr>
          </a:lstStyle>
          <a:p>
            <a:r>
              <a:rPr lang="en-GB"/>
              <a:t>Name / Department</a:t>
            </a:r>
          </a:p>
        </p:txBody>
      </p:sp>
      <p:sp>
        <p:nvSpPr>
          <p:cNvPr id="3" name="Rectangle 2">
            <a:extLst>
              <a:ext uri="{FF2B5EF4-FFF2-40B4-BE49-F238E27FC236}">
                <a16:creationId xmlns:a16="http://schemas.microsoft.com/office/drawing/2014/main" id="{940844C5-F614-14E2-0DDD-93079588E459}"/>
              </a:ext>
            </a:extLst>
          </p:cNvPr>
          <p:cNvSpPr/>
          <p:nvPr userDrawn="1"/>
        </p:nvSpPr>
        <p:spPr>
          <a:xfrm>
            <a:off x="-2576721"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58622949-85D3-965C-4EC3-0F7587888FDD}"/>
              </a:ext>
            </a:extLst>
          </p:cNvPr>
          <p:cNvSpPr/>
          <p:nvPr userDrawn="1"/>
        </p:nvSpPr>
        <p:spPr>
          <a:xfrm>
            <a:off x="-1507349"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7665877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3 Identifier">
    <p:bg>
      <p:bgPr>
        <a:solidFill>
          <a:schemeClr val="accent1"/>
        </a:solidFill>
        <a:effectLst/>
      </p:bgPr>
    </p:bg>
    <p:spTree>
      <p:nvGrpSpPr>
        <p:cNvPr id="1" name=""/>
        <p:cNvGrpSpPr/>
        <p:nvPr/>
      </p:nvGrpSpPr>
      <p:grpSpPr>
        <a:xfrm>
          <a:off x="0" y="0"/>
          <a:ext cx="0" cy="0"/>
          <a:chOff x="0" y="0"/>
          <a:chExt cx="0" cy="0"/>
        </a:xfrm>
      </p:grpSpPr>
      <p:sp>
        <p:nvSpPr>
          <p:cNvPr id="27" name="Picture Placeholder 9">
            <a:extLst>
              <a:ext uri="{FF2B5EF4-FFF2-40B4-BE49-F238E27FC236}">
                <a16:creationId xmlns:a16="http://schemas.microsoft.com/office/drawing/2014/main" id="{A06311B9-2019-6E65-850F-99063C33A822}"/>
              </a:ext>
            </a:extLst>
          </p:cNvPr>
          <p:cNvSpPr>
            <a:spLocks noGrp="1"/>
          </p:cNvSpPr>
          <p:nvPr>
            <p:ph type="pic" sz="quarter" idx="10"/>
          </p:nvPr>
        </p:nvSpPr>
        <p:spPr>
          <a:xfrm>
            <a:off x="6110068" y="0"/>
            <a:ext cx="6096000" cy="3423095"/>
          </a:xfrm>
          <a:solidFill>
            <a:srgbClr val="A69F98"/>
          </a:solidFill>
          <a:ln>
            <a:noFill/>
          </a:ln>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9" name="Title 1">
            <a:extLst>
              <a:ext uri="{FF2B5EF4-FFF2-40B4-BE49-F238E27FC236}">
                <a16:creationId xmlns:a16="http://schemas.microsoft.com/office/drawing/2014/main" id="{824E61B4-943A-D0EE-F313-CD075361BEA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a:t>Presentation title.</a:t>
            </a:r>
          </a:p>
        </p:txBody>
      </p:sp>
      <p:sp>
        <p:nvSpPr>
          <p:cNvPr id="10" name="Text Placeholder 10">
            <a:extLst>
              <a:ext uri="{FF2B5EF4-FFF2-40B4-BE49-F238E27FC236}">
                <a16:creationId xmlns:a16="http://schemas.microsoft.com/office/drawing/2014/main" id="{D4713FE2-247B-9A43-4A7A-5C5A05C632ED}"/>
              </a:ext>
            </a:extLst>
          </p:cNvPr>
          <p:cNvSpPr>
            <a:spLocks noGrp="1"/>
          </p:cNvSpPr>
          <p:nvPr>
            <p:ph type="body" sz="quarter" idx="11" hasCustomPrompt="1"/>
          </p:nvPr>
        </p:nvSpPr>
        <p:spPr>
          <a:xfrm>
            <a:off x="1789112"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pic>
        <p:nvPicPr>
          <p:cNvPr id="21" name="Picture 20">
            <a:extLst>
              <a:ext uri="{FF2B5EF4-FFF2-40B4-BE49-F238E27FC236}">
                <a16:creationId xmlns:a16="http://schemas.microsoft.com/office/drawing/2014/main" id="{61FBFC31-C4F7-3077-328F-D69745F2C18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71757" y="169114"/>
            <a:ext cx="1073363" cy="1215531"/>
          </a:xfrm>
          <a:prstGeom prst="rect">
            <a:avLst/>
          </a:prstGeom>
        </p:spPr>
      </p:pic>
      <p:sp>
        <p:nvSpPr>
          <p:cNvPr id="25" name="Rectangle 24">
            <a:extLst>
              <a:ext uri="{FF2B5EF4-FFF2-40B4-BE49-F238E27FC236}">
                <a16:creationId xmlns:a16="http://schemas.microsoft.com/office/drawing/2014/main" id="{1C67AADF-D050-5B88-5B1F-C43CD027697A}"/>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12" name="Rectangle 11">
            <a:extLst>
              <a:ext uri="{FF2B5EF4-FFF2-40B4-BE49-F238E27FC236}">
                <a16:creationId xmlns:a16="http://schemas.microsoft.com/office/drawing/2014/main" id="{CB1F1772-C77E-1EA3-167E-87C03E7700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5" name="Text Placeholder 17">
            <a:extLst>
              <a:ext uri="{FF2B5EF4-FFF2-40B4-BE49-F238E27FC236}">
                <a16:creationId xmlns:a16="http://schemas.microsoft.com/office/drawing/2014/main" id="{76C8D36D-2F66-A05C-0487-4510E7C40FF8}"/>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83D5A8C2-BE44-8C4C-1789-33C5DC180C90}"/>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4" name="Rectangle 3">
            <a:extLst>
              <a:ext uri="{FF2B5EF4-FFF2-40B4-BE49-F238E27FC236}">
                <a16:creationId xmlns:a16="http://schemas.microsoft.com/office/drawing/2014/main" id="{E8EBEEF3-73C6-4B10-3DE2-27BA48F7DF1B}"/>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F766F940-32E9-92A6-D512-27D6E78C7C37}"/>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5403196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3 Logo">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2F5CF978-4711-2268-60D0-A9FF61AFE8FB}"/>
              </a:ext>
            </a:extLst>
          </p:cNvPr>
          <p:cNvSpPr>
            <a:spLocks noGrp="1"/>
          </p:cNvSpPr>
          <p:nvPr>
            <p:ph type="pic" sz="quarter" idx="10"/>
          </p:nvPr>
        </p:nvSpPr>
        <p:spPr>
          <a:xfrm>
            <a:off x="6110068" y="-8165"/>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GB"/>
          </a:p>
        </p:txBody>
      </p:sp>
      <p:sp>
        <p:nvSpPr>
          <p:cNvPr id="8" name="Title 1">
            <a:extLst>
              <a:ext uri="{FF2B5EF4-FFF2-40B4-BE49-F238E27FC236}">
                <a16:creationId xmlns:a16="http://schemas.microsoft.com/office/drawing/2014/main" id="{97894C13-0A71-2FB7-E295-A7963A0B963B}"/>
              </a:ext>
            </a:extLst>
          </p:cNvPr>
          <p:cNvSpPr>
            <a:spLocks noGrp="1"/>
          </p:cNvSpPr>
          <p:nvPr>
            <p:ph type="ctrTitle" hasCustomPrompt="1"/>
          </p:nvPr>
        </p:nvSpPr>
        <p:spPr>
          <a:xfrm>
            <a:off x="1008773" y="3022462"/>
            <a:ext cx="8613648" cy="1200329"/>
          </a:xfrm>
          <a:prstGeom prst="rect">
            <a:avLst/>
          </a:prstGeom>
          <a:noFill/>
        </p:spPr>
        <p:txBody>
          <a:bodyPr wrap="square" rtlCol="0" anchor="t">
            <a:noAutofit/>
          </a:bodyPr>
          <a:lstStyle>
            <a:lvl1pPr>
              <a:defRPr lang="en-US" sz="7200" b="0" i="0" dirty="0">
                <a:solidFill>
                  <a:schemeClr val="bg1"/>
                </a:solidFill>
                <a:latin typeface="ING display" panose="020B0603030508020203" pitchFamily="34" charset="77"/>
                <a:ea typeface="+mn-ea"/>
                <a:cs typeface="+mn-cs"/>
              </a:defRPr>
            </a:lvl1pPr>
          </a:lstStyle>
          <a:p>
            <a:pPr marL="0" lvl="0" defTabSz="457200"/>
            <a:r>
              <a:rPr lang="en-GB"/>
              <a:t>Presentation title.</a:t>
            </a:r>
          </a:p>
        </p:txBody>
      </p:sp>
      <p:sp>
        <p:nvSpPr>
          <p:cNvPr id="11" name="Text Placeholder 10">
            <a:extLst>
              <a:ext uri="{FF2B5EF4-FFF2-40B4-BE49-F238E27FC236}">
                <a16:creationId xmlns:a16="http://schemas.microsoft.com/office/drawing/2014/main" id="{CED6EACE-0556-4C5A-0207-6FD00994E755}"/>
              </a:ext>
            </a:extLst>
          </p:cNvPr>
          <p:cNvSpPr>
            <a:spLocks noGrp="1"/>
          </p:cNvSpPr>
          <p:nvPr>
            <p:ph type="body" sz="quarter" idx="11" hasCustomPrompt="1"/>
          </p:nvPr>
        </p:nvSpPr>
        <p:spPr>
          <a:xfrm>
            <a:off x="1789200" y="3895200"/>
            <a:ext cx="8613775" cy="1200329"/>
          </a:xfrm>
          <a:noFill/>
        </p:spPr>
        <p:txBody>
          <a:bodyPr vert="horz" wrap="square" lIns="91440" tIns="45720" rIns="91440" bIns="45720" rtlCol="0" anchor="t" anchorCtr="0">
            <a:noAutofit/>
          </a:bodyPr>
          <a:lstStyle>
            <a:lvl1pPr marL="0" indent="0">
              <a:lnSpc>
                <a:spcPct val="100000"/>
              </a:lnSpc>
              <a:buNone/>
              <a:defRPr lang="en-GB" sz="7200" b="0" i="0" smtClean="0">
                <a:solidFill>
                  <a:schemeClr val="bg1"/>
                </a:solidFill>
                <a:latin typeface="ING display" panose="020B0603030508020203" pitchFamily="34" charset="77"/>
              </a:defRPr>
            </a:lvl1pPr>
            <a:lvl2pPr>
              <a:defRPr lang="en-GB" sz="1800" smtClean="0"/>
            </a:lvl2pPr>
            <a:lvl3pPr>
              <a:defRPr lang="en-GB" sz="1800" smtClean="0"/>
            </a:lvl3pPr>
            <a:lvl4pPr>
              <a:defRPr lang="en-GB" smtClean="0"/>
            </a:lvl4pPr>
            <a:lvl5pPr>
              <a:defRPr lang="en-NL"/>
            </a:lvl5pPr>
          </a:lstStyle>
          <a:p>
            <a:pPr marL="628650" lvl="0" indent="-857250" defTabSz="457200">
              <a:spcBef>
                <a:spcPct val="0"/>
              </a:spcBef>
            </a:pPr>
            <a:r>
              <a:rPr lang="en-GB"/>
              <a:t>Subtitle goes here.</a:t>
            </a:r>
          </a:p>
        </p:txBody>
      </p:sp>
      <p:pic>
        <p:nvPicPr>
          <p:cNvPr id="23" name="Picture 22">
            <a:extLst>
              <a:ext uri="{FF2B5EF4-FFF2-40B4-BE49-F238E27FC236}">
                <a16:creationId xmlns:a16="http://schemas.microsoft.com/office/drawing/2014/main" id="{363D0769-CF99-1F40-88B2-AEC9EFB1E15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8537" y="140219"/>
            <a:ext cx="2272339" cy="928139"/>
          </a:xfrm>
          <a:prstGeom prst="rect">
            <a:avLst/>
          </a:prstGeom>
        </p:spPr>
      </p:pic>
      <p:sp>
        <p:nvSpPr>
          <p:cNvPr id="19" name="Rectangle 18">
            <a:extLst>
              <a:ext uri="{FF2B5EF4-FFF2-40B4-BE49-F238E27FC236}">
                <a16:creationId xmlns:a16="http://schemas.microsoft.com/office/drawing/2014/main" id="{247A9B37-040E-9EA7-B2E8-B00B033B09F6}"/>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20" name="Rectangle 19">
            <a:extLst>
              <a:ext uri="{FF2B5EF4-FFF2-40B4-BE49-F238E27FC236}">
                <a16:creationId xmlns:a16="http://schemas.microsoft.com/office/drawing/2014/main" id="{2289F63A-2797-491B-8EF3-755334846C61}"/>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0" i="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10" name="Text Placeholder 17">
            <a:extLst>
              <a:ext uri="{FF2B5EF4-FFF2-40B4-BE49-F238E27FC236}">
                <a16:creationId xmlns:a16="http://schemas.microsoft.com/office/drawing/2014/main" id="{CB4691DF-A2C4-3A32-9376-0B041915F984}"/>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2" name="Text Placeholder 17">
            <a:extLst>
              <a:ext uri="{FF2B5EF4-FFF2-40B4-BE49-F238E27FC236}">
                <a16:creationId xmlns:a16="http://schemas.microsoft.com/office/drawing/2014/main" id="{873184B1-F75C-A563-D925-0E2E15BF044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2DB2A025-1D37-90EA-9E99-1FFC7C6E40C6}"/>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2EA6715-0F89-FA8B-9E90-200CFF8DA978}"/>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529473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itle 4 Identifier">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C1869E5-C970-D2AF-DE33-2EA09E0B55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49523" y="5490459"/>
            <a:ext cx="1073363" cy="1215531"/>
          </a:xfrm>
          <a:prstGeom prst="rect">
            <a:avLst/>
          </a:prstGeom>
        </p:spPr>
      </p:pic>
      <p:sp>
        <p:nvSpPr>
          <p:cNvPr id="21" name="Title 1">
            <a:extLst>
              <a:ext uri="{FF2B5EF4-FFF2-40B4-BE49-F238E27FC236}">
                <a16:creationId xmlns:a16="http://schemas.microsoft.com/office/drawing/2014/main" id="{0D7CFDB8-C01C-B7A3-D2B5-D3AC6349C76D}"/>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p>
        </p:txBody>
      </p:sp>
      <p:sp>
        <p:nvSpPr>
          <p:cNvPr id="22" name="Text Placeholder 10">
            <a:extLst>
              <a:ext uri="{FF2B5EF4-FFF2-40B4-BE49-F238E27FC236}">
                <a16:creationId xmlns:a16="http://schemas.microsoft.com/office/drawing/2014/main" id="{98B4A13B-E9B5-D06E-24C2-99AE3440C6BA}"/>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a:t>and a second line if you want</a:t>
            </a:r>
          </a:p>
        </p:txBody>
      </p:sp>
      <p:sp>
        <p:nvSpPr>
          <p:cNvPr id="6" name="Rectangle 5">
            <a:extLst>
              <a:ext uri="{FF2B5EF4-FFF2-40B4-BE49-F238E27FC236}">
                <a16:creationId xmlns:a16="http://schemas.microsoft.com/office/drawing/2014/main" id="{3F2A4502-10EB-B18E-E437-C75F2960718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573D0641-5AD5-83F9-E01A-A30C23F34E8E}"/>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10" name="Picture Placeholder 9">
            <a:extLst>
              <a:ext uri="{FF2B5EF4-FFF2-40B4-BE49-F238E27FC236}">
                <a16:creationId xmlns:a16="http://schemas.microsoft.com/office/drawing/2014/main" id="{9D179EC4-B562-D977-6FF8-EF49CD71DC1B}"/>
              </a:ext>
            </a:extLst>
          </p:cNvPr>
          <p:cNvSpPr>
            <a:spLocks noGrp="1"/>
          </p:cNvSpPr>
          <p:nvPr>
            <p:ph type="pic" sz="quarter" idx="10"/>
          </p:nvPr>
        </p:nvSpPr>
        <p:spPr>
          <a:xfrm>
            <a:off x="-60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4" name="Text Placeholder 17">
            <a:extLst>
              <a:ext uri="{FF2B5EF4-FFF2-40B4-BE49-F238E27FC236}">
                <a16:creationId xmlns:a16="http://schemas.microsoft.com/office/drawing/2014/main" id="{EBBF6A85-3F52-9C4E-EE30-C04D38943EB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5" name="Text Placeholder 17">
            <a:extLst>
              <a:ext uri="{FF2B5EF4-FFF2-40B4-BE49-F238E27FC236}">
                <a16:creationId xmlns:a16="http://schemas.microsoft.com/office/drawing/2014/main" id="{724E8387-9A2D-3EA3-6912-4C75D0D3E08D}"/>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0B9F2141-5B69-1D55-A89A-CC9C0BBB14C4}"/>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C1EC2C58-7AE9-FD52-03FA-0B9B77A795D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14235510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itle 4 Logo">
    <p:bg>
      <p:bgPr>
        <a:solidFill>
          <a:schemeClr val="accent1"/>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C30CA71-4EBB-F524-A0F3-95F548916E00}"/>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9856289" y="5865417"/>
            <a:ext cx="2272339" cy="928139"/>
          </a:xfrm>
          <a:prstGeom prst="rect">
            <a:avLst/>
          </a:prstGeom>
        </p:spPr>
      </p:pic>
      <p:sp>
        <p:nvSpPr>
          <p:cNvPr id="8" name="Rectangle 7">
            <a:extLst>
              <a:ext uri="{FF2B5EF4-FFF2-40B4-BE49-F238E27FC236}">
                <a16:creationId xmlns:a16="http://schemas.microsoft.com/office/drawing/2014/main" id="{2B28DC72-F3EC-3977-1100-4F8770F960BF}"/>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A10AC3DF-3B3E-98B0-8989-D56544188FB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Title 1">
            <a:extLst>
              <a:ext uri="{FF2B5EF4-FFF2-40B4-BE49-F238E27FC236}">
                <a16:creationId xmlns:a16="http://schemas.microsoft.com/office/drawing/2014/main" id="{6B8C1DCD-5855-1A69-E3F2-A5F8FE04DD9A}"/>
              </a:ext>
            </a:extLst>
          </p:cNvPr>
          <p:cNvSpPr>
            <a:spLocks noGrp="1"/>
          </p:cNvSpPr>
          <p:nvPr>
            <p:ph type="ctrTitle" hasCustomPrompt="1"/>
          </p:nvPr>
        </p:nvSpPr>
        <p:spPr>
          <a:xfrm>
            <a:off x="300736" y="3729786"/>
            <a:ext cx="10837164" cy="923330"/>
          </a:xfrm>
          <a:prstGeom prst="rect">
            <a:avLst/>
          </a:prstGeom>
          <a:noFill/>
        </p:spPr>
        <p:txBody>
          <a:bodyPr wrap="square" rtlCol="0" anchor="t">
            <a:noAutofit/>
          </a:bodyPr>
          <a:lstStyle>
            <a:lvl1pP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p>
        </p:txBody>
      </p:sp>
      <p:sp>
        <p:nvSpPr>
          <p:cNvPr id="5" name="Text Placeholder 10">
            <a:extLst>
              <a:ext uri="{FF2B5EF4-FFF2-40B4-BE49-F238E27FC236}">
                <a16:creationId xmlns:a16="http://schemas.microsoft.com/office/drawing/2014/main" id="{B315634D-B68B-CC5E-E6ED-77CA7D365F58}"/>
              </a:ext>
            </a:extLst>
          </p:cNvPr>
          <p:cNvSpPr>
            <a:spLocks noGrp="1"/>
          </p:cNvSpPr>
          <p:nvPr>
            <p:ph type="body" sz="quarter" idx="11" hasCustomPrompt="1"/>
          </p:nvPr>
        </p:nvSpPr>
        <p:spPr>
          <a:xfrm>
            <a:off x="979043" y="4516151"/>
            <a:ext cx="10158857" cy="923330"/>
          </a:xfrm>
          <a:noFill/>
        </p:spPr>
        <p:txBody>
          <a:bodyPr wrap="square" rtlCol="0" anchor="t">
            <a:noAutofit/>
          </a:bodyPr>
          <a:lstStyle>
            <a:lvl1pPr marL="0" indent="0">
              <a:lnSpc>
                <a:spcPct val="100000"/>
              </a:lnSpc>
              <a:buNone/>
              <a:defRPr lang="en-GB" sz="5400" b="0" i="0" dirty="0" smtClean="0">
                <a:solidFill>
                  <a:schemeClr val="bg1"/>
                </a:solidFill>
                <a:latin typeface="ING display" panose="020B0603030508020203" pitchFamily="34" charset="77"/>
              </a:defRPr>
            </a:lvl1pPr>
          </a:lstStyle>
          <a:p>
            <a:pPr marL="0" lvl="0" defTabSz="457200"/>
            <a:r>
              <a:rPr lang="en-GB"/>
              <a:t>and a second line if you want</a:t>
            </a:r>
          </a:p>
        </p:txBody>
      </p:sp>
      <p:sp>
        <p:nvSpPr>
          <p:cNvPr id="6" name="Picture Placeholder 9">
            <a:extLst>
              <a:ext uri="{FF2B5EF4-FFF2-40B4-BE49-F238E27FC236}">
                <a16:creationId xmlns:a16="http://schemas.microsoft.com/office/drawing/2014/main" id="{D2B8C1CF-95B5-081F-5A80-6CB5E96BE33A}"/>
              </a:ext>
            </a:extLst>
          </p:cNvPr>
          <p:cNvSpPr>
            <a:spLocks noGrp="1"/>
          </p:cNvSpPr>
          <p:nvPr>
            <p:ph type="pic" sz="quarter" idx="10"/>
          </p:nvPr>
        </p:nvSpPr>
        <p:spPr>
          <a:xfrm>
            <a:off x="-7800" y="0"/>
            <a:ext cx="12207600" cy="3423095"/>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15" name="Text Placeholder 17">
            <a:extLst>
              <a:ext uri="{FF2B5EF4-FFF2-40B4-BE49-F238E27FC236}">
                <a16:creationId xmlns:a16="http://schemas.microsoft.com/office/drawing/2014/main" id="{2624BB63-CFBE-6D38-67DC-89CBC68F70C2}"/>
              </a:ext>
            </a:extLst>
          </p:cNvPr>
          <p:cNvSpPr>
            <a:spLocks noGrp="1"/>
          </p:cNvSpPr>
          <p:nvPr>
            <p:ph type="body" sz="quarter" idx="12" hasCustomPrompt="1"/>
          </p:nvPr>
        </p:nvSpPr>
        <p:spPr>
          <a:xfrm>
            <a:off x="171756" y="6246197"/>
            <a:ext cx="1672423" cy="365125"/>
          </a:xfrm>
        </p:spPr>
        <p:txBody>
          <a:bodyPr anchor="ctr"/>
          <a:lstStyle>
            <a:lvl1pPr algn="r">
              <a:defRPr b="1">
                <a:solidFill>
                  <a:schemeClr val="bg1"/>
                </a:solidFill>
              </a:defRPr>
            </a:lvl1pPr>
          </a:lstStyle>
          <a:p>
            <a:pPr lvl="0"/>
            <a:r>
              <a:rPr lang="en-GB"/>
              <a:t>Day Month Year</a:t>
            </a:r>
          </a:p>
        </p:txBody>
      </p:sp>
      <p:sp>
        <p:nvSpPr>
          <p:cNvPr id="16" name="Text Placeholder 17">
            <a:extLst>
              <a:ext uri="{FF2B5EF4-FFF2-40B4-BE49-F238E27FC236}">
                <a16:creationId xmlns:a16="http://schemas.microsoft.com/office/drawing/2014/main" id="{1451CECC-5C83-D778-3913-B2CDD34287D8}"/>
              </a:ext>
            </a:extLst>
          </p:cNvPr>
          <p:cNvSpPr>
            <a:spLocks noGrp="1"/>
          </p:cNvSpPr>
          <p:nvPr>
            <p:ph type="body" sz="quarter" idx="13" hasCustomPrompt="1"/>
          </p:nvPr>
        </p:nvSpPr>
        <p:spPr>
          <a:xfrm>
            <a:off x="1981200" y="6246197"/>
            <a:ext cx="5525042"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95C73865-D02A-2625-6337-BDBE32F1D7EC}"/>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18460945-1DD7-2F88-2D44-914A677CF93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28957150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5 Identifier">
    <p:bg>
      <p:bgPr>
        <a:solidFill>
          <a:schemeClr val="accent1"/>
        </a:solidFill>
        <a:effectLst/>
      </p:bgPr>
    </p:bg>
    <p:spTree>
      <p:nvGrpSpPr>
        <p:cNvPr id="1" name=""/>
        <p:cNvGrpSpPr/>
        <p:nvPr/>
      </p:nvGrpSpPr>
      <p:grpSpPr>
        <a:xfrm>
          <a:off x="0" y="0"/>
          <a:ext cx="0" cy="0"/>
          <a:chOff x="0" y="0"/>
          <a:chExt cx="0" cy="0"/>
        </a:xfrm>
      </p:grpSpPr>
      <p:sp>
        <p:nvSpPr>
          <p:cNvPr id="5" name="Picture Placeholder 9">
            <a:extLst>
              <a:ext uri="{FF2B5EF4-FFF2-40B4-BE49-F238E27FC236}">
                <a16:creationId xmlns:a16="http://schemas.microsoft.com/office/drawing/2014/main" id="{7F612221-5DCC-B9C7-12CD-382E9AD0DEFF}"/>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pic>
        <p:nvPicPr>
          <p:cNvPr id="20" name="Picture 19">
            <a:extLst>
              <a:ext uri="{FF2B5EF4-FFF2-40B4-BE49-F238E27FC236}">
                <a16:creationId xmlns:a16="http://schemas.microsoft.com/office/drawing/2014/main" id="{304BDC80-8B12-5FC9-8B9A-F0B0DE7F000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26" name="Title 1">
            <a:extLst>
              <a:ext uri="{FF2B5EF4-FFF2-40B4-BE49-F238E27FC236}">
                <a16:creationId xmlns:a16="http://schemas.microsoft.com/office/drawing/2014/main" id="{3A341223-8BC3-AA03-4D74-C5D49C154CEC}"/>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br>
              <a:rPr lang="en-GB"/>
            </a:br>
            <a:r>
              <a:rPr lang="en-GB"/>
              <a:t>and a second line if you want</a:t>
            </a:r>
          </a:p>
        </p:txBody>
      </p:sp>
      <p:sp>
        <p:nvSpPr>
          <p:cNvPr id="8" name="Rectangle 7">
            <a:extLst>
              <a:ext uri="{FF2B5EF4-FFF2-40B4-BE49-F238E27FC236}">
                <a16:creationId xmlns:a16="http://schemas.microsoft.com/office/drawing/2014/main" id="{3D8318CF-3CCD-3AF4-872F-CDD4B4333415}"/>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BB0B124C-5F4C-4B6C-50E2-573641D4E037}"/>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24" name="Text Placeholder 17">
            <a:extLst>
              <a:ext uri="{FF2B5EF4-FFF2-40B4-BE49-F238E27FC236}">
                <a16:creationId xmlns:a16="http://schemas.microsoft.com/office/drawing/2014/main" id="{7FC8C9FB-5E98-BD41-56D5-454EA5077EF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noProof="0"/>
              <a:t>Day Month Year</a:t>
            </a:r>
          </a:p>
        </p:txBody>
      </p:sp>
      <p:sp>
        <p:nvSpPr>
          <p:cNvPr id="25" name="Text Placeholder 17">
            <a:extLst>
              <a:ext uri="{FF2B5EF4-FFF2-40B4-BE49-F238E27FC236}">
                <a16:creationId xmlns:a16="http://schemas.microsoft.com/office/drawing/2014/main" id="{E886B41F-6504-6D27-A3AB-0AF7E595BB23}"/>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E99E76A2-D5A0-8F16-AEC9-217A40AE0163}"/>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90EEDE7A-90F8-1208-8788-789421A26C21}"/>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5548391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5 Logo">
    <p:bg>
      <p:bgPr>
        <a:solidFill>
          <a:schemeClr val="accent1"/>
        </a:solid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148508B3-0D8F-45FC-2C23-DCC551FCF4E5}"/>
              </a:ext>
            </a:extLst>
          </p:cNvPr>
          <p:cNvSpPr>
            <a:spLocks noGrp="1"/>
          </p:cNvSpPr>
          <p:nvPr>
            <p:ph type="ctrTitle" hasCustomPrompt="1"/>
          </p:nvPr>
        </p:nvSpPr>
        <p:spPr>
          <a:xfrm>
            <a:off x="1152522" y="1493109"/>
            <a:ext cx="9886954" cy="1754326"/>
          </a:xfrm>
          <a:prstGeom prst="rect">
            <a:avLst/>
          </a:prstGeom>
          <a:noFill/>
        </p:spPr>
        <p:txBody>
          <a:bodyPr wrap="square" rtlCol="0" anchor="t">
            <a:noAutofit/>
          </a:bodyPr>
          <a:lstStyle>
            <a:lvl1pPr algn="ctr">
              <a:defRPr lang="en-US" sz="5400" b="0" i="0" dirty="0">
                <a:solidFill>
                  <a:schemeClr val="bg1"/>
                </a:solidFill>
                <a:latin typeface="ING display" panose="020B0603030508020203" pitchFamily="34" charset="77"/>
                <a:ea typeface="+mn-ea"/>
                <a:cs typeface="+mn-cs"/>
              </a:defRPr>
            </a:lvl1pPr>
          </a:lstStyle>
          <a:p>
            <a:pPr marL="0" lvl="0" defTabSz="457200"/>
            <a:r>
              <a:rPr lang="en-GB"/>
              <a:t>Name your presentation</a:t>
            </a:r>
            <a:br>
              <a:rPr lang="en-GB"/>
            </a:br>
            <a:r>
              <a:rPr lang="en-GB"/>
              <a:t>and a second line if you want</a:t>
            </a:r>
          </a:p>
        </p:txBody>
      </p:sp>
      <p:pic>
        <p:nvPicPr>
          <p:cNvPr id="30" name="Picture 29">
            <a:extLst>
              <a:ext uri="{FF2B5EF4-FFF2-40B4-BE49-F238E27FC236}">
                <a16:creationId xmlns:a16="http://schemas.microsoft.com/office/drawing/2014/main" id="{340D143C-4BA4-770A-103A-9636E31B9F2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6" name="Rectangle 5">
            <a:extLst>
              <a:ext uri="{FF2B5EF4-FFF2-40B4-BE49-F238E27FC236}">
                <a16:creationId xmlns:a16="http://schemas.microsoft.com/office/drawing/2014/main" id="{8B669B3C-7E4A-3663-6F27-33A96A1AB047}"/>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3"/>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Rectangle 6">
            <a:extLst>
              <a:ext uri="{FF2B5EF4-FFF2-40B4-BE49-F238E27FC236}">
                <a16:creationId xmlns:a16="http://schemas.microsoft.com/office/drawing/2014/main" id="{34AF9926-9CA9-650C-53C4-3CCBF3A68F08}"/>
              </a:ext>
            </a:extLst>
          </p:cNvPr>
          <p:cNvSpPr>
            <a:spLocks noChangeArrowheads="1"/>
          </p:cNvSpPr>
          <p:nvPr userDrawn="1"/>
        </p:nvSpPr>
        <p:spPr bwMode="gray">
          <a:xfrm>
            <a:off x="-5411196"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kern="1200">
                <a:solidFill>
                  <a:srgbClr val="0D0804"/>
                </a:solidFill>
                <a:effectLst/>
                <a:latin typeface="ING Me" panose="02000506040000020004" pitchFamily="2" charset="0"/>
                <a:ea typeface="+mn-ea"/>
                <a:cs typeface="ING Me" panose="02000506040000020004" pitchFamily="2" charset="0"/>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kern="1200">
              <a:solidFill>
                <a:srgbClr val="0D0804"/>
              </a:solidFill>
              <a:effectLst/>
              <a:latin typeface="ING Me" panose="02000506040000020004" pitchFamily="2" charset="0"/>
              <a:ea typeface="+mn-ea"/>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kern="1200">
                <a:solidFill>
                  <a:srgbClr val="0D0804"/>
                </a:solidFill>
                <a:effectLst/>
                <a:latin typeface="ING Me" panose="02000506040000020004" pitchFamily="2" charset="0"/>
                <a:ea typeface="+mn-ea"/>
                <a:cs typeface="ING Me" panose="02000506040000020004" pitchFamily="2" charset="0"/>
              </a:rPr>
              <a:t>You can choose between covers with the ING logo or with the ING identifier. The identifier is best applied in commercial and informal presentations, assuming it has significant brand recognition in your market. It is less suitable for formal information</a:t>
            </a: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sp>
        <p:nvSpPr>
          <p:cNvPr id="4" name="Picture Placeholder 9">
            <a:extLst>
              <a:ext uri="{FF2B5EF4-FFF2-40B4-BE49-F238E27FC236}">
                <a16:creationId xmlns:a16="http://schemas.microsoft.com/office/drawing/2014/main" id="{5C17DFC7-8246-9C9D-4E68-D83C95E48DDB}"/>
              </a:ext>
            </a:extLst>
          </p:cNvPr>
          <p:cNvSpPr>
            <a:spLocks noGrp="1"/>
          </p:cNvSpPr>
          <p:nvPr>
            <p:ph type="pic" sz="quarter" idx="10"/>
          </p:nvPr>
        </p:nvSpPr>
        <p:spPr>
          <a:xfrm>
            <a:off x="-7800" y="4154268"/>
            <a:ext cx="12207600" cy="2717800"/>
          </a:xfrm>
          <a:solidFill>
            <a:srgbClr val="A69F98"/>
          </a:solidFill>
          <a:ln>
            <a:noFill/>
          </a:ln>
        </p:spPr>
        <p:txBody>
          <a:bodyPr anchor="ctr"/>
          <a:lstStyle>
            <a:lvl1pPr marL="0" indent="0" algn="ctr">
              <a:buNone/>
              <a:defRPr>
                <a:solidFill>
                  <a:schemeClr val="bg1"/>
                </a:solidFill>
              </a:defRPr>
            </a:lvl1pPr>
          </a:lstStyle>
          <a:p>
            <a:r>
              <a:rPr lang="en-US"/>
              <a:t>Click icon to add picture</a:t>
            </a:r>
            <a:endParaRPr lang="en-GB"/>
          </a:p>
        </p:txBody>
      </p:sp>
      <p:sp>
        <p:nvSpPr>
          <p:cNvPr id="13" name="Text Placeholder 17">
            <a:extLst>
              <a:ext uri="{FF2B5EF4-FFF2-40B4-BE49-F238E27FC236}">
                <a16:creationId xmlns:a16="http://schemas.microsoft.com/office/drawing/2014/main" id="{0DE2312C-7CDA-866B-87EF-6CC66203D409}"/>
              </a:ext>
            </a:extLst>
          </p:cNvPr>
          <p:cNvSpPr>
            <a:spLocks noGrp="1"/>
          </p:cNvSpPr>
          <p:nvPr>
            <p:ph type="body" sz="quarter" idx="11" hasCustomPrompt="1"/>
          </p:nvPr>
        </p:nvSpPr>
        <p:spPr>
          <a:xfrm>
            <a:off x="3449770" y="3565061"/>
            <a:ext cx="2551524" cy="365125"/>
          </a:xfrm>
        </p:spPr>
        <p:txBody>
          <a:bodyPr anchor="ctr"/>
          <a:lstStyle>
            <a:lvl1pPr algn="r">
              <a:defRPr b="1">
                <a:solidFill>
                  <a:schemeClr val="bg1"/>
                </a:solidFill>
              </a:defRPr>
            </a:lvl1pPr>
          </a:lstStyle>
          <a:p>
            <a:pPr lvl="0"/>
            <a:r>
              <a:rPr lang="en-GB"/>
              <a:t>Day Month Year</a:t>
            </a:r>
          </a:p>
        </p:txBody>
      </p:sp>
      <p:sp>
        <p:nvSpPr>
          <p:cNvPr id="14" name="Text Placeholder 17">
            <a:extLst>
              <a:ext uri="{FF2B5EF4-FFF2-40B4-BE49-F238E27FC236}">
                <a16:creationId xmlns:a16="http://schemas.microsoft.com/office/drawing/2014/main" id="{12C4089B-C23C-95C1-CD26-2742CA9C7DA1}"/>
              </a:ext>
            </a:extLst>
          </p:cNvPr>
          <p:cNvSpPr>
            <a:spLocks noGrp="1"/>
          </p:cNvSpPr>
          <p:nvPr>
            <p:ph type="body" sz="quarter" idx="12" hasCustomPrompt="1"/>
          </p:nvPr>
        </p:nvSpPr>
        <p:spPr>
          <a:xfrm>
            <a:off x="6190707" y="3565061"/>
            <a:ext cx="4848769" cy="365125"/>
          </a:xfrm>
        </p:spPr>
        <p:txBody>
          <a:bodyPr anchor="ctr"/>
          <a:lstStyle>
            <a:lvl1pPr algn="l">
              <a:defRPr b="1">
                <a:solidFill>
                  <a:schemeClr val="bg1"/>
                </a:solidFill>
              </a:defRPr>
            </a:lvl1pPr>
          </a:lstStyle>
          <a:p>
            <a:pPr lvl="0"/>
            <a:r>
              <a:rPr lang="en-GB"/>
              <a:t>Name / Department</a:t>
            </a:r>
          </a:p>
        </p:txBody>
      </p:sp>
      <p:sp>
        <p:nvSpPr>
          <p:cNvPr id="2" name="Rectangle 1">
            <a:extLst>
              <a:ext uri="{FF2B5EF4-FFF2-40B4-BE49-F238E27FC236}">
                <a16:creationId xmlns:a16="http://schemas.microsoft.com/office/drawing/2014/main" id="{42E71148-6CEE-5504-4CF2-C7C5A4C856C0}"/>
              </a:ext>
            </a:extLst>
          </p:cNvPr>
          <p:cNvSpPr/>
          <p:nvPr userDrawn="1"/>
        </p:nvSpPr>
        <p:spPr>
          <a:xfrm>
            <a:off x="-5204806" y="5557502"/>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3" name="Rectangle 2">
            <a:extLst>
              <a:ext uri="{FF2B5EF4-FFF2-40B4-BE49-F238E27FC236}">
                <a16:creationId xmlns:a16="http://schemas.microsoft.com/office/drawing/2014/main" id="{0856C750-7ABF-E7F9-C067-DD587C69634D}"/>
              </a:ext>
            </a:extLst>
          </p:cNvPr>
          <p:cNvSpPr/>
          <p:nvPr userDrawn="1"/>
        </p:nvSpPr>
        <p:spPr>
          <a:xfrm>
            <a:off x="-4135434" y="5557502"/>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Tree>
    <p:extLst>
      <p:ext uri="{BB962C8B-B14F-4D97-AF65-F5344CB8AC3E}">
        <p14:creationId xmlns:p14="http://schemas.microsoft.com/office/powerpoint/2010/main" val="31795931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ndex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5C00CCAA-D463-3023-8E1F-EDBA59F56C36}"/>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p:txBody>
      </p:sp>
      <p:sp>
        <p:nvSpPr>
          <p:cNvPr id="6" name="Text Placeholder 21">
            <a:extLst>
              <a:ext uri="{FF2B5EF4-FFF2-40B4-BE49-F238E27FC236}">
                <a16:creationId xmlns:a16="http://schemas.microsoft.com/office/drawing/2014/main" id="{F713946D-B33B-8F25-DEBD-2D5662E63CA7}"/>
              </a:ext>
            </a:extLst>
          </p:cNvPr>
          <p:cNvSpPr>
            <a:spLocks noGrp="1"/>
          </p:cNvSpPr>
          <p:nvPr>
            <p:ph type="body" sz="quarter" idx="15" hasCustomPrompt="1"/>
          </p:nvPr>
        </p:nvSpPr>
        <p:spPr>
          <a:xfrm>
            <a:off x="6488176" y="1700979"/>
            <a:ext cx="5167898" cy="386901"/>
          </a:xfrm>
        </p:spPr>
        <p:txBody>
          <a:bodyPr vert="horz" lIns="91440" tIns="45720" rIns="91440" bIns="45720" rtlCol="0" anchor="b" anchorCtr="0">
            <a:noAutofit/>
          </a:bodyPr>
          <a:lstStyle>
            <a:lvl1pPr marL="0" indent="0">
              <a:buNone/>
              <a:defRPr lang="en-NL" sz="2000" b="1" i="0" dirty="0">
                <a:latin typeface="ING Me" panose="02000506040000020004" pitchFamily="2" charset="0"/>
                <a:cs typeface="ING Me" panose="02000506040000020004" pitchFamily="2" charset="0"/>
              </a:defRPr>
            </a:lvl1pPr>
          </a:lstStyle>
          <a:p>
            <a:pPr marL="228600" lvl="0" indent="-228600"/>
            <a:r>
              <a:rPr lang="en-GB"/>
              <a:t>Second headline</a:t>
            </a:r>
          </a:p>
        </p:txBody>
      </p:sp>
      <p:sp>
        <p:nvSpPr>
          <p:cNvPr id="3" name="Text Placeholder 21">
            <a:extLst>
              <a:ext uri="{FF2B5EF4-FFF2-40B4-BE49-F238E27FC236}">
                <a16:creationId xmlns:a16="http://schemas.microsoft.com/office/drawing/2014/main" id="{05769A12-B68E-1C17-42BA-49A5E50F73ED}"/>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p>
        </p:txBody>
      </p:sp>
      <p:sp>
        <p:nvSpPr>
          <p:cNvPr id="2" name="Rectangle 1">
            <a:extLst>
              <a:ext uri="{FF2B5EF4-FFF2-40B4-BE49-F238E27FC236}">
                <a16:creationId xmlns:a16="http://schemas.microsoft.com/office/drawing/2014/main" id="{3966B200-D205-9C2D-95E8-A20342797EA6}"/>
              </a:ext>
            </a:extLst>
          </p:cNvPr>
          <p:cNvSpPr>
            <a:spLocks noChangeArrowheads="1"/>
          </p:cNvSpPr>
          <p:nvPr userDrawn="1"/>
        </p:nvSpPr>
        <p:spPr bwMode="gray">
          <a:xfrm>
            <a:off x="-281511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8" name="Slide Number Placeholder 7">
            <a:extLst>
              <a:ext uri="{FF2B5EF4-FFF2-40B4-BE49-F238E27FC236}">
                <a16:creationId xmlns:a16="http://schemas.microsoft.com/office/drawing/2014/main" id="{9DB42DC2-A39C-4488-D860-0B5E15F5DF57}"/>
              </a:ext>
            </a:extLst>
          </p:cNvPr>
          <p:cNvSpPr>
            <a:spLocks noGrp="1"/>
          </p:cNvSpPr>
          <p:nvPr>
            <p:ph type="sldNum" sz="quarter" idx="18"/>
          </p:nvPr>
        </p:nvSpPr>
        <p:spPr/>
        <p:txBody>
          <a:bodyPr/>
          <a:lstStyle/>
          <a:p>
            <a:fld id="{A56DC5C3-3BE5-034A-8352-A8E8F559C4F3}" type="slidenum">
              <a:rPr lang="en-GB" smtClean="0"/>
              <a:pPr/>
              <a:t>‹#›</a:t>
            </a:fld>
            <a:endParaRPr lang="en-GB"/>
          </a:p>
        </p:txBody>
      </p:sp>
      <p:sp>
        <p:nvSpPr>
          <p:cNvPr id="7" name="Text Placeholder 25">
            <a:extLst>
              <a:ext uri="{FF2B5EF4-FFF2-40B4-BE49-F238E27FC236}">
                <a16:creationId xmlns:a16="http://schemas.microsoft.com/office/drawing/2014/main" id="{15319C92-DA86-31DA-07C1-42646CBA911F}"/>
              </a:ext>
            </a:extLst>
          </p:cNvPr>
          <p:cNvSpPr>
            <a:spLocks noGrp="1"/>
          </p:cNvSpPr>
          <p:nvPr>
            <p:ph type="body" sz="quarter" idx="19" hasCustomPrompt="1"/>
          </p:nvPr>
        </p:nvSpPr>
        <p:spPr>
          <a:xfrm>
            <a:off x="6488176" y="2294682"/>
            <a:ext cx="5139944" cy="4046093"/>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p:txBody>
      </p:sp>
    </p:spTree>
    <p:extLst>
      <p:ext uri="{BB962C8B-B14F-4D97-AF65-F5344CB8AC3E}">
        <p14:creationId xmlns:p14="http://schemas.microsoft.com/office/powerpoint/2010/main" val="28876638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ndex 2">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8" name="Text Placeholder 21">
            <a:extLst>
              <a:ext uri="{FF2B5EF4-FFF2-40B4-BE49-F238E27FC236}">
                <a16:creationId xmlns:a16="http://schemas.microsoft.com/office/drawing/2014/main" id="{A8E06133-D27B-8B21-9A56-8D4B2DE30B93}"/>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p>
        </p:txBody>
      </p:sp>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7" name="Text Placeholder 25">
            <a:extLst>
              <a:ext uri="{FF2B5EF4-FFF2-40B4-BE49-F238E27FC236}">
                <a16:creationId xmlns:a16="http://schemas.microsoft.com/office/drawing/2014/main" id="{F71D162C-0A82-A325-C1D5-883A13AE27FB}"/>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a:t>Chapter titles goes here</a:t>
            </a:r>
          </a:p>
          <a:p>
            <a:pPr lvl="0"/>
            <a:endParaRPr lang="en-GB"/>
          </a:p>
          <a:p>
            <a:pPr lvl="0"/>
            <a:endParaRPr lang="en-GB"/>
          </a:p>
          <a:p>
            <a:pPr lvl="0"/>
            <a:endParaRPr lang="en-GB"/>
          </a:p>
        </p:txBody>
      </p:sp>
    </p:spTree>
    <p:extLst>
      <p:ext uri="{BB962C8B-B14F-4D97-AF65-F5344CB8AC3E}">
        <p14:creationId xmlns:p14="http://schemas.microsoft.com/office/powerpoint/2010/main" val="124430110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ndex 3">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ADDFA17-58A7-F33D-A90D-C89C49FD1131}"/>
              </a:ext>
            </a:extLst>
          </p:cNvPr>
          <p:cNvSpPr>
            <a:spLocks noGrp="1"/>
          </p:cNvSpPr>
          <p:nvPr>
            <p:ph type="title" hasCustomPrompt="1"/>
          </p:nvPr>
        </p:nvSpPr>
        <p:spPr>
          <a:xfrm>
            <a:off x="4567936" y="256064"/>
            <a:ext cx="6496304" cy="646331"/>
          </a:xfrm>
          <a:prstGeom prst="rect">
            <a:avLst/>
          </a:prstGeom>
        </p:spPr>
        <p:txBody>
          <a:bodyPr vert="horz" lIns="91440" tIns="45720" rIns="91440" bIns="45720" rtlCol="0" anchor="t" anchorCtr="0">
            <a:spAutoFit/>
          </a:bodyPr>
          <a:lstStyle>
            <a:lvl1pPr>
              <a:defRPr b="0" i="0">
                <a:solidFill>
                  <a:srgbClr val="FF6200"/>
                </a:solidFill>
                <a:latin typeface="ING display" panose="020B0603030508020203" pitchFamily="34" charset="77"/>
              </a:defRPr>
            </a:lvl1pPr>
          </a:lstStyle>
          <a:p>
            <a:r>
              <a:rPr lang="en-GB"/>
              <a:t>Index or Agenda</a:t>
            </a:r>
          </a:p>
        </p:txBody>
      </p:sp>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6" name="Text Placeholder 21">
            <a:extLst>
              <a:ext uri="{FF2B5EF4-FFF2-40B4-BE49-F238E27FC236}">
                <a16:creationId xmlns:a16="http://schemas.microsoft.com/office/drawing/2014/main" id="{061D8306-4AF6-14FD-6C14-7FE748F97B5C}"/>
              </a:ext>
            </a:extLst>
          </p:cNvPr>
          <p:cNvSpPr>
            <a:spLocks noGrp="1"/>
          </p:cNvSpPr>
          <p:nvPr>
            <p:ph type="body" sz="quarter" idx="11" hasCustomPrompt="1"/>
          </p:nvPr>
        </p:nvSpPr>
        <p:spPr>
          <a:xfrm>
            <a:off x="4567936" y="1700979"/>
            <a:ext cx="5167898" cy="386901"/>
          </a:xfrm>
        </p:spPr>
        <p:txBody>
          <a:bodyPr vert="horz" lIns="91440" tIns="45720" rIns="91440" bIns="45720" rtlCol="0" anchor="b" anchorCtr="0">
            <a:noAutofit/>
          </a:bodyPr>
          <a:lstStyle>
            <a:lvl1pPr marL="0" indent="0">
              <a:buNone/>
              <a:defRPr lang="en-NL" sz="2000" b="1" i="0" dirty="0"/>
            </a:lvl1pPr>
          </a:lstStyle>
          <a:p>
            <a:pPr marL="228600" lvl="0" indent="-228600"/>
            <a:r>
              <a:rPr lang="en-GB"/>
              <a:t>One headline</a:t>
            </a:r>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7" name="Text Placeholder 25">
            <a:extLst>
              <a:ext uri="{FF2B5EF4-FFF2-40B4-BE49-F238E27FC236}">
                <a16:creationId xmlns:a16="http://schemas.microsoft.com/office/drawing/2014/main" id="{3F7C407C-9C00-B7B6-AD77-222090BCD1CD}"/>
              </a:ext>
            </a:extLst>
          </p:cNvPr>
          <p:cNvSpPr>
            <a:spLocks noGrp="1"/>
          </p:cNvSpPr>
          <p:nvPr>
            <p:ph type="body" sz="quarter" idx="14" hasCustomPrompt="1"/>
          </p:nvPr>
        </p:nvSpPr>
        <p:spPr>
          <a:xfrm>
            <a:off x="4567936" y="2294682"/>
            <a:ext cx="5139944" cy="4046093"/>
          </a:xfrm>
        </p:spPr>
        <p:txBody>
          <a:bodyPr>
            <a:noAutofit/>
          </a:bodyPr>
          <a:lstStyle>
            <a:lvl1pPr marL="342900" indent="-342900">
              <a:lnSpc>
                <a:spcPct val="100000"/>
              </a:lnSpc>
              <a:buFont typeface="Arial" panose="020B0604020202020204" pitchFamily="34" charset="0"/>
              <a:buChar char="•"/>
              <a:defRPr sz="1400"/>
            </a:lvl1pPr>
            <a:lvl2pPr marL="800100" indent="-342900">
              <a:buFont typeface="Arial" panose="020B0604020202020204" pitchFamily="34" charset="0"/>
              <a:buChar char="•"/>
              <a:defRPr sz="1400"/>
            </a:lvl2pPr>
            <a:lvl3pPr>
              <a:defRPr sz="1400"/>
            </a:lvl3pPr>
            <a:lvl4pPr>
              <a:defRPr sz="1400"/>
            </a:lvl4pPr>
            <a:lvl6pPr>
              <a:defRPr sz="1400"/>
            </a:lvl6pPr>
            <a:lvl7pPr>
              <a:defRPr sz="1400"/>
            </a:lvl7pPr>
            <a:lvl8pPr>
              <a:defRPr sz="1400"/>
            </a:lvl8pPr>
            <a:lvl9pPr>
              <a:defRPr sz="1400"/>
            </a:lvl9pPr>
          </a:lstStyle>
          <a:p>
            <a:pPr lvl="0"/>
            <a:r>
              <a:rPr lang="en-GB"/>
              <a:t>Chapter titles goes here</a:t>
            </a:r>
          </a:p>
          <a:p>
            <a:pPr lvl="0"/>
            <a:endParaRPr lang="en-GB"/>
          </a:p>
        </p:txBody>
      </p:sp>
      <p:sp>
        <p:nvSpPr>
          <p:cNvPr id="9" name="Slide Number Placeholder 8">
            <a:extLst>
              <a:ext uri="{FF2B5EF4-FFF2-40B4-BE49-F238E27FC236}">
                <a16:creationId xmlns:a16="http://schemas.microsoft.com/office/drawing/2014/main" id="{1A16EC88-CD4A-FCF4-88FA-30482AC71142}"/>
              </a:ext>
            </a:extLst>
          </p:cNvPr>
          <p:cNvSpPr>
            <a:spLocks noGrp="1"/>
          </p:cNvSpPr>
          <p:nvPr>
            <p:ph type="sldNum" sz="quarter" idx="16"/>
          </p:nvPr>
        </p:nvSpPr>
        <p:spPr/>
        <p:txBody>
          <a:bodyPr/>
          <a:lstStyle/>
          <a:p>
            <a:fld id="{A56DC5C3-3BE5-034A-8352-A8E8F559C4F3}" type="slidenum">
              <a:rPr lang="en-GB" smtClean="0"/>
              <a:pPr/>
              <a:t>‹#›</a:t>
            </a:fld>
            <a:endParaRPr lang="en-GB"/>
          </a:p>
        </p:txBody>
      </p:sp>
    </p:spTree>
    <p:extLst>
      <p:ext uri="{BB962C8B-B14F-4D97-AF65-F5344CB8AC3E}">
        <p14:creationId xmlns:p14="http://schemas.microsoft.com/office/powerpoint/2010/main" val="37634854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pter Title 1">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6208FA-F43A-F1F2-8E38-778FCA7170EC}"/>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8017334-37A4-34DB-7E50-ED1E91BF7714}"/>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C9E29B96-62D5-F4B5-11F7-C173C7B5D79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B309E086-BA97-08F9-EE04-5A5083BB916F}"/>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1BBC77AE-D1B9-6594-5BB5-E3F6D2E109C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3A238E8C-5EF5-88E4-5535-8FDCE8DA8E0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E3609ED9-0305-9643-1939-BD78C75C4B8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4165E29B-A1D3-0F5D-140C-102A1541027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476B9962-6850-89F1-ACAF-B00611841D94}"/>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4" name="Rectangle 3">
              <a:extLst>
                <a:ext uri="{FF2B5EF4-FFF2-40B4-BE49-F238E27FC236}">
                  <a16:creationId xmlns:a16="http://schemas.microsoft.com/office/drawing/2014/main" id="{D1DBF74C-3686-53AE-132F-D95007DE0F6C}"/>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
        <p:nvSpPr>
          <p:cNvPr id="12" name="Text Placeholder 11">
            <a:extLst>
              <a:ext uri="{FF2B5EF4-FFF2-40B4-BE49-F238E27FC236}">
                <a16:creationId xmlns:a16="http://schemas.microsoft.com/office/drawing/2014/main" id="{B2E19216-7F03-020A-39F2-71EC1B1EC673}"/>
              </a:ext>
            </a:extLst>
          </p:cNvPr>
          <p:cNvSpPr>
            <a:spLocks noGrp="1"/>
          </p:cNvSpPr>
          <p:nvPr>
            <p:ph type="body" sz="quarter" idx="10" hasCustomPrompt="1"/>
          </p:nvPr>
        </p:nvSpPr>
        <p:spPr>
          <a:xfrm>
            <a:off x="1596000" y="2274888"/>
            <a:ext cx="8996400" cy="2308225"/>
          </a:xfrm>
        </p:spPr>
        <p:txBody>
          <a:bodyPr>
            <a:noAutofit/>
          </a:bodyPr>
          <a:lstStyle>
            <a:lvl1pPr marL="0" indent="0" algn="ctr">
              <a:lnSpc>
                <a:spcPct val="100000"/>
              </a:lnSpc>
              <a:buNone/>
              <a:defRPr sz="7200" b="0" i="0">
                <a:solidFill>
                  <a:schemeClr val="bg1"/>
                </a:solidFill>
                <a:latin typeface="ING display" panose="020B0603030508020203" pitchFamily="34" charset="77"/>
              </a:defRPr>
            </a:lvl1pPr>
          </a:lstStyle>
          <a:p>
            <a:pPr lvl="0"/>
            <a:r>
              <a:rPr lang="en-GB"/>
              <a:t>Chapter title running over two lines</a:t>
            </a:r>
          </a:p>
        </p:txBody>
      </p:sp>
    </p:spTree>
    <p:extLst>
      <p:ext uri="{BB962C8B-B14F-4D97-AF65-F5344CB8AC3E}">
        <p14:creationId xmlns:p14="http://schemas.microsoft.com/office/powerpoint/2010/main" val="36566097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hapter Title 2">
    <p:bg>
      <p:bgPr>
        <a:solidFill>
          <a:schemeClr val="tx2"/>
        </a:solidFill>
        <a:effectLst/>
      </p:bgPr>
    </p:bg>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9E77D8F3-7EFF-8985-8965-388CBDDA7669}"/>
              </a:ext>
            </a:extLst>
          </p:cNvPr>
          <p:cNvSpPr>
            <a:spLocks noGrp="1"/>
          </p:cNvSpPr>
          <p:nvPr>
            <p:ph type="body" sz="quarter" idx="11" hasCustomPrompt="1"/>
          </p:nvPr>
        </p:nvSpPr>
        <p:spPr>
          <a:xfrm>
            <a:off x="6014720" y="5423212"/>
            <a:ext cx="5049519" cy="1077218"/>
          </a:xfrm>
          <a:noFill/>
        </p:spPr>
        <p:txBody>
          <a:bodyPr wrap="square" rtlCol="0" anchor="t">
            <a:noAutofit/>
          </a:bodyPr>
          <a:lstStyle>
            <a:lvl1pPr marL="0" indent="0" algn="l">
              <a:lnSpc>
                <a:spcPct val="100000"/>
              </a:lnSpc>
              <a:buNone/>
              <a:defRPr lang="en-GB" sz="3200" dirty="0" smtClean="0">
                <a:solidFill>
                  <a:schemeClr val="bg1"/>
                </a:solidFill>
                <a:latin typeface="ING Me" panose="02000506040000020004" pitchFamily="2" charset="0"/>
                <a:cs typeface="ING Me" panose="02000506040000020004" pitchFamily="2" charset="0"/>
              </a:defRPr>
            </a:lvl1pPr>
          </a:lstStyle>
          <a:p>
            <a:pPr marL="0" lvl="0" defTabSz="457200"/>
            <a:r>
              <a:rPr lang="en-GB"/>
              <a:t>A smaller headline for this chapter goes here</a:t>
            </a:r>
          </a:p>
        </p:txBody>
      </p:sp>
      <p:sp>
        <p:nvSpPr>
          <p:cNvPr id="5" name="Title 4">
            <a:extLst>
              <a:ext uri="{FF2B5EF4-FFF2-40B4-BE49-F238E27FC236}">
                <a16:creationId xmlns:a16="http://schemas.microsoft.com/office/drawing/2014/main" id="{608539A3-5494-AFA4-2CA0-0A037C79B1DB}"/>
              </a:ext>
            </a:extLst>
          </p:cNvPr>
          <p:cNvSpPr>
            <a:spLocks noGrp="1"/>
          </p:cNvSpPr>
          <p:nvPr>
            <p:ph type="title"/>
          </p:nvPr>
        </p:nvSpPr>
        <p:spPr>
          <a:xfrm>
            <a:off x="273899" y="157496"/>
            <a:ext cx="8715118" cy="2308324"/>
          </a:xfrm>
        </p:spPr>
        <p:txBody>
          <a:bodyPr>
            <a:noAutofit/>
          </a:bodyPr>
          <a:lstStyle>
            <a:lvl1pPr>
              <a:defRPr sz="7200" b="0" i="0">
                <a:solidFill>
                  <a:schemeClr val="bg1"/>
                </a:solidFill>
                <a:latin typeface="ING display" panose="020B0603030508020203" pitchFamily="34" charset="77"/>
              </a:defRPr>
            </a:lvl1pPr>
          </a:lstStyle>
          <a:p>
            <a:r>
              <a:rPr lang="en-US"/>
              <a:t>Click to edit Master title style</a:t>
            </a:r>
            <a:endParaRPr lang="en-GB"/>
          </a:p>
        </p:txBody>
      </p:sp>
      <p:sp>
        <p:nvSpPr>
          <p:cNvPr id="32" name="TextBox 31">
            <a:extLst>
              <a:ext uri="{FF2B5EF4-FFF2-40B4-BE49-F238E27FC236}">
                <a16:creationId xmlns:a16="http://schemas.microsoft.com/office/drawing/2014/main" id="{8CF2161D-0532-D994-665F-514F9798DB4D}"/>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 name="Rectangle 1">
            <a:extLst>
              <a:ext uri="{FF2B5EF4-FFF2-40B4-BE49-F238E27FC236}">
                <a16:creationId xmlns:a16="http://schemas.microsoft.com/office/drawing/2014/main" id="{B6E6E2FD-BA35-22B4-40D7-BD6484A0DE3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8ADF4A23-FEAF-6D28-6426-427816E78E81}"/>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2A9B59F-1AD5-95E4-D6B3-1DF4CC3CA1D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1BE1240C-CB61-BFA2-5712-03137DB7932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BD58F838-B704-5F11-9D09-4AADFEF320D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20713378-340E-13F3-7927-64737986E4CD}"/>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CB68922-F37F-1C30-C2B8-8BEBD32E5617}"/>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0F74AFFF-1B32-2442-7D2E-1EB41D83214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006CEBBC-2F8F-B59E-8C72-5DEAB69CE4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5B7C18F-7B22-95EB-F34F-262DB5B9E9E2}"/>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29528116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pter Title 3">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7CB8CFB-52CE-5448-764B-A50A2DEFC96D}"/>
              </a:ext>
            </a:extLst>
          </p:cNvPr>
          <p:cNvSpPr>
            <a:spLocks noGrp="1"/>
          </p:cNvSpPr>
          <p:nvPr>
            <p:ph type="title" hasCustomPrompt="1"/>
          </p:nvPr>
        </p:nvSpPr>
        <p:spPr>
          <a:xfrm>
            <a:off x="331216" y="2551837"/>
            <a:ext cx="6450584" cy="1754326"/>
          </a:xfrm>
          <a:noFill/>
        </p:spPr>
        <p:txBody>
          <a:bodyPr wrap="square" rtlCol="0" anchor="ctr">
            <a:noAutofit/>
          </a:bodyPr>
          <a:lstStyle>
            <a:lvl1pPr>
              <a:defRPr lang="en-NL" sz="5400" b="0" i="0">
                <a:solidFill>
                  <a:schemeClr val="bg1"/>
                </a:solidFill>
                <a:latin typeface="ING display" panose="020B0603030508020203" pitchFamily="34" charset="77"/>
                <a:ea typeface="+mn-ea"/>
                <a:cs typeface="+mn-cs"/>
              </a:defRPr>
            </a:lvl1pPr>
          </a:lstStyle>
          <a:p>
            <a:pPr marL="0" lvl="0" defTabSz="457200"/>
            <a:r>
              <a:rPr lang="en-GB"/>
              <a:t>Chapter title running over two lines</a:t>
            </a:r>
          </a:p>
        </p:txBody>
      </p:sp>
      <p:sp>
        <p:nvSpPr>
          <p:cNvPr id="32" name="TextBox 31">
            <a:extLst>
              <a:ext uri="{FF2B5EF4-FFF2-40B4-BE49-F238E27FC236}">
                <a16:creationId xmlns:a16="http://schemas.microsoft.com/office/drawing/2014/main" id="{9C3E5B63-3A86-2B5D-75D8-7787207FC762}"/>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15" name="Rectangle 14">
            <a:extLst>
              <a:ext uri="{FF2B5EF4-FFF2-40B4-BE49-F238E27FC236}">
                <a16:creationId xmlns:a16="http://schemas.microsoft.com/office/drawing/2014/main" id="{DBD73E9E-EB82-F3B2-BA84-2F21DC6A05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497A1260-BC59-40F2-E417-7352DD80B5B0}"/>
              </a:ext>
            </a:extLst>
          </p:cNvPr>
          <p:cNvSpPr>
            <a:spLocks noGrp="1"/>
          </p:cNvSpPr>
          <p:nvPr>
            <p:ph type="pic" sz="quarter" idx="10"/>
          </p:nvPr>
        </p:nvSpPr>
        <p:spPr>
          <a:xfrm>
            <a:off x="7548563" y="0"/>
            <a:ext cx="4657725"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3" name="Rectangle 2">
            <a:extLst>
              <a:ext uri="{FF2B5EF4-FFF2-40B4-BE49-F238E27FC236}">
                <a16:creationId xmlns:a16="http://schemas.microsoft.com/office/drawing/2014/main" id="{02190178-1860-176A-65EB-B2251AA4B5E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7" name="Group 6">
            <a:extLst>
              <a:ext uri="{FF2B5EF4-FFF2-40B4-BE49-F238E27FC236}">
                <a16:creationId xmlns:a16="http://schemas.microsoft.com/office/drawing/2014/main" id="{2AA18741-75FC-DC29-65DE-AA351963852B}"/>
              </a:ext>
            </a:extLst>
          </p:cNvPr>
          <p:cNvGrpSpPr/>
          <p:nvPr userDrawn="1"/>
        </p:nvGrpSpPr>
        <p:grpSpPr>
          <a:xfrm>
            <a:off x="-2579659" y="3714818"/>
            <a:ext cx="2144619" cy="2625866"/>
            <a:chOff x="-2608729" y="1272988"/>
            <a:chExt cx="2064454" cy="3585883"/>
          </a:xfrm>
        </p:grpSpPr>
        <p:sp>
          <p:nvSpPr>
            <p:cNvPr id="16" name="Rectangle 15">
              <a:extLst>
                <a:ext uri="{FF2B5EF4-FFF2-40B4-BE49-F238E27FC236}">
                  <a16:creationId xmlns:a16="http://schemas.microsoft.com/office/drawing/2014/main" id="{1F33B450-8BE3-716F-92DF-7757DF2538F6}"/>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F45C15E3-47DC-1676-FE4C-D911A73FE1B1}"/>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8" name="Rectangle 17">
              <a:extLst>
                <a:ext uri="{FF2B5EF4-FFF2-40B4-BE49-F238E27FC236}">
                  <a16:creationId xmlns:a16="http://schemas.microsoft.com/office/drawing/2014/main" id="{800F898D-58EF-A403-C9C2-45BD3E567492}"/>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90245FEB-51A5-1950-95D2-379EBF00F934}"/>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991CF61D-E318-A0C5-7D6B-4DD7177DCD2C}"/>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B7D48584-59A9-7FCC-473E-0C15DC4B2FE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F3D80C46-F927-D0C9-66CF-47463FB6F973}"/>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671267F8-9A33-B182-6C78-2CDF68E7198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9522404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ter Title 4">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BE616AF-05A6-5032-0AAD-17922A7E661D}"/>
              </a:ext>
            </a:extLst>
          </p:cNvPr>
          <p:cNvSpPr>
            <a:spLocks noGrp="1"/>
          </p:cNvSpPr>
          <p:nvPr>
            <p:ph type="title"/>
          </p:nvPr>
        </p:nvSpPr>
        <p:spPr>
          <a:xfrm>
            <a:off x="1597800" y="777768"/>
            <a:ext cx="8996400" cy="2308324"/>
          </a:xfrm>
        </p:spPr>
        <p:txBody>
          <a:bodyPr>
            <a:spAutoFit/>
          </a:bodyPr>
          <a:lstStyle>
            <a:lvl1pPr algn="ctr">
              <a:defRPr sz="7200" b="0" i="0">
                <a:solidFill>
                  <a:schemeClr val="bg1"/>
                </a:solidFill>
                <a:latin typeface="ING display" panose="020B0603030508020203" pitchFamily="34" charset="77"/>
              </a:defRPr>
            </a:lvl1pPr>
          </a:lstStyle>
          <a:p>
            <a:r>
              <a:rPr lang="en-US"/>
              <a:t>Click to edit Master title style</a:t>
            </a:r>
            <a:endParaRPr lang="en-GB"/>
          </a:p>
        </p:txBody>
      </p:sp>
      <p:sp>
        <p:nvSpPr>
          <p:cNvPr id="5" name="Picture Placeholder 4">
            <a:extLst>
              <a:ext uri="{FF2B5EF4-FFF2-40B4-BE49-F238E27FC236}">
                <a16:creationId xmlns:a16="http://schemas.microsoft.com/office/drawing/2014/main" id="{7F85D18E-AF35-3BB8-C740-48C633623C39}"/>
              </a:ext>
            </a:extLst>
          </p:cNvPr>
          <p:cNvSpPr>
            <a:spLocks noGrp="1"/>
          </p:cNvSpPr>
          <p:nvPr>
            <p:ph type="pic" sz="quarter" idx="10"/>
          </p:nvPr>
        </p:nvSpPr>
        <p:spPr>
          <a:xfrm>
            <a:off x="1050925" y="4140200"/>
            <a:ext cx="10123756" cy="2717800"/>
          </a:xfrm>
          <a:solidFill>
            <a:srgbClr val="A69F98"/>
          </a:solidFill>
        </p:spPr>
        <p:txBody>
          <a:bodyPr anchor="ctr"/>
          <a:lstStyle>
            <a:lvl1pPr marL="0" indent="0" algn="ctr">
              <a:buNone/>
              <a:defRPr>
                <a:solidFill>
                  <a:schemeClr val="bg1"/>
                </a:solidFill>
              </a:defRPr>
            </a:lvl1pPr>
          </a:lstStyle>
          <a:p>
            <a:r>
              <a:rPr lang="en-US"/>
              <a:t>Click icon to add picture</a:t>
            </a:r>
            <a:endParaRPr lang="en-GB"/>
          </a:p>
        </p:txBody>
      </p:sp>
      <p:sp>
        <p:nvSpPr>
          <p:cNvPr id="24" name="TextBox 23">
            <a:extLst>
              <a:ext uri="{FF2B5EF4-FFF2-40B4-BE49-F238E27FC236}">
                <a16:creationId xmlns:a16="http://schemas.microsoft.com/office/drawing/2014/main" id="{BF8155DA-918D-0BB5-4204-3D8EB9974438}"/>
              </a:ext>
            </a:extLst>
          </p:cNvPr>
          <p:cNvSpPr txBox="1"/>
          <p:nvPr userDrawn="1"/>
        </p:nvSpPr>
        <p:spPr>
          <a:xfrm>
            <a:off x="-213746" y="3227369"/>
            <a:ext cx="184731" cy="1200329"/>
          </a:xfrm>
          <a:prstGeom prst="rect">
            <a:avLst/>
          </a:prstGeom>
          <a:noFill/>
        </p:spPr>
        <p:txBody>
          <a:bodyPr wrap="none" rtlCol="0" anchor="ctr">
            <a:spAutoFit/>
          </a:bodyPr>
          <a:lstStyle/>
          <a:p>
            <a:pPr algn="ctr"/>
            <a:endParaRPr lang="en-GB" sz="7200" b="1" i="0">
              <a:solidFill>
                <a:schemeClr val="bg1"/>
              </a:solidFill>
              <a:latin typeface="ING display" panose="020B0803030508020203" pitchFamily="34" charset="77"/>
            </a:endParaRPr>
          </a:p>
        </p:txBody>
      </p:sp>
      <p:sp>
        <p:nvSpPr>
          <p:cNvPr id="23" name="Rectangle 22">
            <a:extLst>
              <a:ext uri="{FF2B5EF4-FFF2-40B4-BE49-F238E27FC236}">
                <a16:creationId xmlns:a16="http://schemas.microsoft.com/office/drawing/2014/main" id="{23318A73-B7E7-4E89-B499-52D1D2FD651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GB"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GB"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0DBA410A-AFDC-167B-439D-C892347FD668}"/>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Changing the text/background colour</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GB"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1" name="Group 10">
            <a:extLst>
              <a:ext uri="{FF2B5EF4-FFF2-40B4-BE49-F238E27FC236}">
                <a16:creationId xmlns:a16="http://schemas.microsoft.com/office/drawing/2014/main" id="{7E39AC1F-3471-4D8B-B3E8-1D5B91CE1C2B}"/>
              </a:ext>
            </a:extLst>
          </p:cNvPr>
          <p:cNvGrpSpPr/>
          <p:nvPr userDrawn="1"/>
        </p:nvGrpSpPr>
        <p:grpSpPr>
          <a:xfrm>
            <a:off x="-2579659" y="3714818"/>
            <a:ext cx="2144619" cy="2625866"/>
            <a:chOff x="-2608729" y="1272988"/>
            <a:chExt cx="2064454" cy="3585883"/>
          </a:xfrm>
        </p:grpSpPr>
        <p:sp>
          <p:nvSpPr>
            <p:cNvPr id="12" name="Rectangle 11">
              <a:extLst>
                <a:ext uri="{FF2B5EF4-FFF2-40B4-BE49-F238E27FC236}">
                  <a16:creationId xmlns:a16="http://schemas.microsoft.com/office/drawing/2014/main" id="{BAF7C133-0D0E-F2EA-5114-67507FEB2469}"/>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691DFF12-A2D2-6FAA-BF65-3795D60C9408}"/>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3D05315A-EF5C-3B4E-354A-EC2A4B2BF1D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CDED29F4-B58E-C21A-D491-EA372ACFD14C}"/>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3F2E6934-DF03-1F3B-7A45-87B1DF4986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4BDE3306-7AAC-D5DA-AA60-4849935570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1F46571-A3EF-0902-9642-E95957DF5A69}"/>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56F65B9D-9C33-8374-F137-E145C6047176}"/>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1914842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pter Title 5">
    <p:bg>
      <p:bgPr>
        <a:solidFill>
          <a:schemeClr val="tx2"/>
        </a:solidFill>
        <a:effectLst/>
      </p:bgPr>
    </p:bg>
    <p:spTree>
      <p:nvGrpSpPr>
        <p:cNvPr id="1" name=""/>
        <p:cNvGrpSpPr/>
        <p:nvPr/>
      </p:nvGrpSpPr>
      <p:grpSpPr>
        <a:xfrm>
          <a:off x="0" y="0"/>
          <a:ext cx="0" cy="0"/>
          <a:chOff x="0" y="0"/>
          <a:chExt cx="0" cy="0"/>
        </a:xfrm>
      </p:grpSpPr>
      <p:sp>
        <p:nvSpPr>
          <p:cNvPr id="23" name="Picture Placeholder 9">
            <a:extLst>
              <a:ext uri="{FF2B5EF4-FFF2-40B4-BE49-F238E27FC236}">
                <a16:creationId xmlns:a16="http://schemas.microsoft.com/office/drawing/2014/main" id="{5E590270-E44E-E05F-EA08-647209D1ACE1}"/>
              </a:ext>
            </a:extLst>
          </p:cNvPr>
          <p:cNvSpPr>
            <a:spLocks noGrp="1"/>
          </p:cNvSpPr>
          <p:nvPr>
            <p:ph type="pic" sz="quarter" idx="10"/>
          </p:nvPr>
        </p:nvSpPr>
        <p:spPr>
          <a:xfrm>
            <a:off x="6110288" y="0"/>
            <a:ext cx="6096000" cy="3423095"/>
          </a:xfrm>
          <a:solidFill>
            <a:srgbClr val="A69F98"/>
          </a:solidFill>
        </p:spPr>
        <p:txBody>
          <a:bodyPr anchor="ctr"/>
          <a:lstStyle>
            <a:lvl1pPr marL="0" indent="0" algn="ctr">
              <a:buNone/>
              <a:defRPr b="0" i="0">
                <a:solidFill>
                  <a:schemeClr val="bg1"/>
                </a:solidFill>
                <a:latin typeface="ING Me" panose="02000506040000020004" pitchFamily="2" charset="0"/>
              </a:defRPr>
            </a:lvl1pPr>
          </a:lstStyle>
          <a:p>
            <a:r>
              <a:rPr lang="en-US"/>
              <a:t>Click icon to add picture</a:t>
            </a:r>
            <a:endParaRPr lang="en-NL"/>
          </a:p>
        </p:txBody>
      </p:sp>
      <p:sp>
        <p:nvSpPr>
          <p:cNvPr id="11" name="Text Placeholder 10">
            <a:extLst>
              <a:ext uri="{FF2B5EF4-FFF2-40B4-BE49-F238E27FC236}">
                <a16:creationId xmlns:a16="http://schemas.microsoft.com/office/drawing/2014/main" id="{D90DF7CA-AC72-F1D8-2739-173FD40E04FF}"/>
              </a:ext>
            </a:extLst>
          </p:cNvPr>
          <p:cNvSpPr>
            <a:spLocks noGrp="1"/>
          </p:cNvSpPr>
          <p:nvPr>
            <p:ph type="body" sz="quarter" idx="11" hasCustomPrompt="1"/>
          </p:nvPr>
        </p:nvSpPr>
        <p:spPr>
          <a:xfrm>
            <a:off x="1024013" y="1900753"/>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a:t>Very short</a:t>
            </a:r>
          </a:p>
        </p:txBody>
      </p:sp>
      <p:sp>
        <p:nvSpPr>
          <p:cNvPr id="12" name="Text Placeholder 10">
            <a:extLst>
              <a:ext uri="{FF2B5EF4-FFF2-40B4-BE49-F238E27FC236}">
                <a16:creationId xmlns:a16="http://schemas.microsoft.com/office/drawing/2014/main" id="{20D0763E-F844-32A5-D4AC-B2939BAEFAB8}"/>
              </a:ext>
            </a:extLst>
          </p:cNvPr>
          <p:cNvSpPr>
            <a:spLocks noGrp="1"/>
          </p:cNvSpPr>
          <p:nvPr>
            <p:ph type="body" sz="quarter" idx="12" hasCustomPrompt="1"/>
          </p:nvPr>
        </p:nvSpPr>
        <p:spPr>
          <a:xfrm>
            <a:off x="2426093" y="3040446"/>
            <a:ext cx="8613648" cy="1477328"/>
          </a:xfrm>
          <a:noFill/>
        </p:spPr>
        <p:txBody>
          <a:bodyPr wrap="square" rtlCol="0" anchor="t">
            <a:spAutoFit/>
          </a:bodyPr>
          <a:lstStyle>
            <a:lvl1pPr marL="0" indent="0">
              <a:lnSpc>
                <a:spcPct val="100000"/>
              </a:lnSpc>
              <a:buNone/>
              <a:defRPr lang="en-GB" sz="9000" b="0" i="0" dirty="0" smtClean="0">
                <a:solidFill>
                  <a:schemeClr val="bg1"/>
                </a:solidFill>
                <a:latin typeface="ING display" panose="020B0603030508020203" pitchFamily="34" charset="77"/>
              </a:defRPr>
            </a:lvl1pPr>
          </a:lstStyle>
          <a:p>
            <a:pPr marL="0" lvl="0" defTabSz="457200"/>
            <a:r>
              <a:rPr lang="en-GB"/>
              <a:t>Chapter title</a:t>
            </a:r>
          </a:p>
        </p:txBody>
      </p:sp>
      <p:sp>
        <p:nvSpPr>
          <p:cNvPr id="19" name="Rectangle 18">
            <a:extLst>
              <a:ext uri="{FF2B5EF4-FFF2-40B4-BE49-F238E27FC236}">
                <a16:creationId xmlns:a16="http://schemas.microsoft.com/office/drawing/2014/main" id="{059BF643-DB95-9D7B-353A-322FEDED5BDA}"/>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8" name="Rectangle 7">
            <a:extLst>
              <a:ext uri="{FF2B5EF4-FFF2-40B4-BE49-F238E27FC236}">
                <a16:creationId xmlns:a16="http://schemas.microsoft.com/office/drawing/2014/main" id="{CB4122B5-D8E0-C255-B8E7-2DA6963A2275}"/>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9" name="Group 8">
            <a:extLst>
              <a:ext uri="{FF2B5EF4-FFF2-40B4-BE49-F238E27FC236}">
                <a16:creationId xmlns:a16="http://schemas.microsoft.com/office/drawing/2014/main" id="{73A007C7-2DE8-E2C3-3061-AB6794D4F8C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22BBF759-A676-CA68-9B24-9B68E3477CF0}"/>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3" name="Rectangle 12">
              <a:extLst>
                <a:ext uri="{FF2B5EF4-FFF2-40B4-BE49-F238E27FC236}">
                  <a16:creationId xmlns:a16="http://schemas.microsoft.com/office/drawing/2014/main" id="{468FB0FF-99F9-EA22-AD18-C29A1F936F1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136A3A98-88BA-B364-B2E3-A54A1B3185E8}"/>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D01FDF3D-C666-DCDB-9C89-39C372DBB4F0}"/>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71B1991D-6B3C-FE1A-E0FB-7E4A87B0A980}"/>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A634C090-4BD6-86D3-DC71-05635E339AFE}"/>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8" name="Rectangle 17">
              <a:extLst>
                <a:ext uri="{FF2B5EF4-FFF2-40B4-BE49-F238E27FC236}">
                  <a16:creationId xmlns:a16="http://schemas.microsoft.com/office/drawing/2014/main" id="{4BB7FB9A-8866-6438-BF26-B2942A8E2E4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1C88EF28-4451-82A6-2761-A6F8157B371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1679148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hapter Title 6">
    <p:bg>
      <p:bgPr>
        <a:solidFill>
          <a:schemeClr val="tx2"/>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ACD37975-A8AA-230A-E813-59A5A70FD00E}"/>
              </a:ext>
            </a:extLst>
          </p:cNvPr>
          <p:cNvSpPr>
            <a:spLocks noGrp="1"/>
          </p:cNvSpPr>
          <p:nvPr>
            <p:ph type="ctrTitle" hasCustomPrompt="1"/>
          </p:nvPr>
        </p:nvSpPr>
        <p:spPr>
          <a:xfrm>
            <a:off x="462643" y="2010937"/>
            <a:ext cx="5170714" cy="2941320"/>
          </a:xfrm>
          <a:prstGeom prst="rect">
            <a:avLst/>
          </a:prstGeom>
        </p:spPr>
        <p:txBody>
          <a:bodyPr anchor="ctr" anchorCtr="0">
            <a:noAutofit/>
          </a:bodyPr>
          <a:lstStyle>
            <a:lvl1pPr algn="ctr">
              <a:defRPr sz="5400" b="0" i="0">
                <a:solidFill>
                  <a:schemeClr val="bg1"/>
                </a:solidFill>
                <a:latin typeface="ING display" panose="020B0603030508020203" pitchFamily="34" charset="77"/>
              </a:defRPr>
            </a:lvl1pPr>
          </a:lstStyle>
          <a:p>
            <a:r>
              <a:rPr lang="en-GB"/>
              <a:t>Chapter title running over three lines</a:t>
            </a:r>
            <a:endParaRPr lang="en-US"/>
          </a:p>
        </p:txBody>
      </p:sp>
      <p:sp>
        <p:nvSpPr>
          <p:cNvPr id="23" name="Rectangle 22">
            <a:extLst>
              <a:ext uri="{FF2B5EF4-FFF2-40B4-BE49-F238E27FC236}">
                <a16:creationId xmlns:a16="http://schemas.microsoft.com/office/drawing/2014/main" id="{802FEBAA-2449-5896-33E0-68CB861055DD}"/>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Picture Placeholder 6">
            <a:extLst>
              <a:ext uri="{FF2B5EF4-FFF2-40B4-BE49-F238E27FC236}">
                <a16:creationId xmlns:a16="http://schemas.microsoft.com/office/drawing/2014/main" id="{A58C6146-2B9D-9CE2-6518-E1DA88CFD7F2}"/>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 name="Rectangle 2">
            <a:extLst>
              <a:ext uri="{FF2B5EF4-FFF2-40B4-BE49-F238E27FC236}">
                <a16:creationId xmlns:a16="http://schemas.microsoft.com/office/drawing/2014/main" id="{A47926AD-AA57-020C-02D8-6F09D56E716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072E501F-B521-8878-F3C9-393235F800C9}"/>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B515061E-D9FB-E308-4D56-FB54409D58DD}"/>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9BD138A-BC29-512C-DD20-094279172C4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7" name="Rectangle 6">
              <a:extLst>
                <a:ext uri="{FF2B5EF4-FFF2-40B4-BE49-F238E27FC236}">
                  <a16:creationId xmlns:a16="http://schemas.microsoft.com/office/drawing/2014/main" id="{2C2040EE-638F-0B79-028B-E59E8FB8DB99}"/>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8" name="Rectangle 7">
              <a:extLst>
                <a:ext uri="{FF2B5EF4-FFF2-40B4-BE49-F238E27FC236}">
                  <a16:creationId xmlns:a16="http://schemas.microsoft.com/office/drawing/2014/main" id="{45AB4891-2936-8387-7CC0-292AB697E39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9" name="Rectangle 8">
              <a:extLst>
                <a:ext uri="{FF2B5EF4-FFF2-40B4-BE49-F238E27FC236}">
                  <a16:creationId xmlns:a16="http://schemas.microsoft.com/office/drawing/2014/main" id="{95C4D7FA-0B57-B549-D79E-09306155E3C8}"/>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0" name="Rectangle 9">
              <a:extLst>
                <a:ext uri="{FF2B5EF4-FFF2-40B4-BE49-F238E27FC236}">
                  <a16:creationId xmlns:a16="http://schemas.microsoft.com/office/drawing/2014/main" id="{33A6DE11-CD72-5D3B-343C-074D34A6424A}"/>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B67A4646-B8FC-DA3E-91FD-D58910C07FA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D7372E89-4948-7A24-0E81-2D76739C6008}"/>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42879995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hapter title 7">
    <p:bg>
      <p:bgPr>
        <a:solidFill>
          <a:schemeClr val="tx2"/>
        </a:solidFill>
        <a:effectLst/>
      </p:bgPr>
    </p:bg>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C09EB3D-A718-B462-8521-2482715590B5}"/>
              </a:ext>
            </a:extLst>
          </p:cNvPr>
          <p:cNvSpPr>
            <a:spLocks noGrp="1"/>
          </p:cNvSpPr>
          <p:nvPr>
            <p:ph type="pic" sz="quarter" idx="10"/>
          </p:nvPr>
        </p:nvSpPr>
        <p:spPr>
          <a:xfrm>
            <a:off x="1" y="0"/>
            <a:ext cx="12206288"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1" name="Rectangle 10">
            <a:extLst>
              <a:ext uri="{FF2B5EF4-FFF2-40B4-BE49-F238E27FC236}">
                <a16:creationId xmlns:a16="http://schemas.microsoft.com/office/drawing/2014/main" id="{5DB55110-0B84-7C63-656A-348EA505B9AD}"/>
              </a:ext>
            </a:extLst>
          </p:cNvPr>
          <p:cNvSpPr>
            <a:spLocks noChangeArrowheads="1"/>
          </p:cNvSpPr>
          <p:nvPr userDrawn="1"/>
        </p:nvSpPr>
        <p:spPr bwMode="gray">
          <a:xfrm>
            <a:off x="-2790359" y="-1"/>
            <a:ext cx="2551524" cy="6858001"/>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Contrast between photo and title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When applying a white title on top of the full-bleed photo, ensure that there is enough contrast to keep our slides in line with accessibility guidelines.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Dimming the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i="0">
                <a:solidFill>
                  <a:srgbClr val="0D0804"/>
                </a:solidFill>
                <a:latin typeface="ING Me" panose="02000506040000020004" pitchFamily="2" charset="0"/>
                <a:cs typeface="ING Me" panose="02000506040000020004" pitchFamily="2" charset="0"/>
              </a:rPr>
              <a:t>For best accessibility we need to lower the opacity of our background image.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Select the image and open the </a:t>
            </a:r>
            <a:r>
              <a:rPr lang="en-US" sz="1000" b="1" i="0" kern="1200">
                <a:solidFill>
                  <a:srgbClr val="0D0804"/>
                </a:solidFill>
                <a:latin typeface="ING Me" panose="02000506040000020004" pitchFamily="2" charset="0"/>
                <a:ea typeface="+mn-ea"/>
                <a:cs typeface="ING Me" panose="02000506040000020004" pitchFamily="2" charset="0"/>
              </a:rPr>
              <a:t>“Format Picture” </a:t>
            </a:r>
            <a:r>
              <a:rPr lang="en-US" sz="1000" b="0" i="0">
                <a:solidFill>
                  <a:srgbClr val="0D0804"/>
                </a:solidFill>
                <a:latin typeface="ING Me" panose="02000506040000020004" pitchFamily="2" charset="0"/>
                <a:cs typeface="ING Me" panose="02000506040000020004" pitchFamily="2" charset="0"/>
              </a:rPr>
              <a:t>pane on the left sidebar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Navigate to the Picture options, the 4</a:t>
            </a:r>
            <a:r>
              <a:rPr lang="en-US" sz="1000" b="0" i="0" baseline="30000">
                <a:solidFill>
                  <a:srgbClr val="0D0804"/>
                </a:solidFill>
                <a:latin typeface="ING Me" panose="02000506040000020004" pitchFamily="2" charset="0"/>
                <a:cs typeface="ING Me" panose="02000506040000020004" pitchFamily="2" charset="0"/>
              </a:rPr>
              <a:t>th</a:t>
            </a:r>
            <a:r>
              <a:rPr lang="en-US" sz="1000" b="0" i="0">
                <a:solidFill>
                  <a:srgbClr val="0D0804"/>
                </a:solidFill>
                <a:latin typeface="ING Me" panose="02000506040000020004" pitchFamily="2" charset="0"/>
                <a:cs typeface="ING Me" panose="02000506040000020004" pitchFamily="2" charset="0"/>
              </a:rPr>
              <a:t> tab in the pane navigation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b="0" i="0">
              <a:solidFill>
                <a:srgbClr val="0D0804"/>
              </a:solidFill>
              <a:latin typeface="ING Me" panose="02000506040000020004" pitchFamily="2" charset="0"/>
              <a:cs typeface="ING Me" panose="02000506040000020004" pitchFamily="2"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a:solidFill>
                  <a:srgbClr val="0D0804"/>
                </a:solidFill>
                <a:latin typeface="ING Me" panose="02000506040000020004" pitchFamily="2" charset="0"/>
                <a:cs typeface="ING Me" panose="02000506040000020004" pitchFamily="2" charset="0"/>
              </a:rPr>
              <a:t>Locate the </a:t>
            </a:r>
            <a:r>
              <a:rPr lang="en-US" sz="1000" b="1" i="0">
                <a:solidFill>
                  <a:srgbClr val="0D0804"/>
                </a:solidFill>
                <a:latin typeface="ING Me" panose="02000506040000020004" pitchFamily="2" charset="0"/>
                <a:cs typeface="ING Me" panose="02000506040000020004" pitchFamily="2" charset="0"/>
              </a:rPr>
              <a:t>“</a:t>
            </a:r>
            <a:r>
              <a:rPr lang="en-US" sz="1000" b="1" i="0" kern="1200">
                <a:solidFill>
                  <a:srgbClr val="0D0804"/>
                </a:solidFill>
                <a:latin typeface="ING Me" panose="02000506040000020004" pitchFamily="2" charset="0"/>
                <a:ea typeface="+mn-ea"/>
                <a:cs typeface="ING Me" panose="02000506040000020004" pitchFamily="2" charset="0"/>
              </a:rPr>
              <a:t>Picture Transparency” </a:t>
            </a:r>
            <a:r>
              <a:rPr lang="en-US" sz="1000" b="0" i="0">
                <a:solidFill>
                  <a:srgbClr val="0D0804"/>
                </a:solidFill>
                <a:latin typeface="ING Me" panose="02000506040000020004" pitchFamily="2" charset="0"/>
                <a:cs typeface="ING Me" panose="02000506040000020004" pitchFamily="2" charset="0"/>
              </a:rPr>
              <a:t>option and set the transparency to 25% or to a level where your headline becomes well visible.</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p:txBody>
      </p:sp>
      <p:sp>
        <p:nvSpPr>
          <p:cNvPr id="30" name="Title 29">
            <a:extLst>
              <a:ext uri="{FF2B5EF4-FFF2-40B4-BE49-F238E27FC236}">
                <a16:creationId xmlns:a16="http://schemas.microsoft.com/office/drawing/2014/main" id="{B64463CE-978D-BF01-8613-B2491AFED864}"/>
              </a:ext>
            </a:extLst>
          </p:cNvPr>
          <p:cNvSpPr>
            <a:spLocks noGrp="1" noRot="1" noMove="1" noResize="1" noEditPoints="1" noAdjustHandles="1" noChangeArrowheads="1" noChangeShapeType="1"/>
          </p:cNvSpPr>
          <p:nvPr>
            <p:ph type="title" hasCustomPrompt="1"/>
          </p:nvPr>
        </p:nvSpPr>
        <p:spPr>
          <a:xfrm>
            <a:off x="1597800" y="2269578"/>
            <a:ext cx="8996400" cy="2318844"/>
          </a:xfrm>
        </p:spPr>
        <p:txBody>
          <a:bodyPr anchor="ctr">
            <a:noAutofit/>
          </a:bodyPr>
          <a:lstStyle>
            <a:lvl1pPr algn="ctr">
              <a:defRPr sz="7200" b="0" i="0">
                <a:solidFill>
                  <a:schemeClr val="bg1"/>
                </a:solidFill>
                <a:latin typeface="ING display" panose="020B0603030508020203" pitchFamily="34" charset="77"/>
              </a:defRPr>
            </a:lvl1pPr>
          </a:lstStyle>
          <a:p>
            <a:r>
              <a:rPr lang="en-GB"/>
              <a:t>Optional title for this chapter divider</a:t>
            </a:r>
            <a:endParaRPr lang="en-NL"/>
          </a:p>
        </p:txBody>
      </p:sp>
      <p:sp>
        <p:nvSpPr>
          <p:cNvPr id="25" name="Rectangle 24">
            <a:extLst>
              <a:ext uri="{FF2B5EF4-FFF2-40B4-BE49-F238E27FC236}">
                <a16:creationId xmlns:a16="http://schemas.microsoft.com/office/drawing/2014/main" id="{11B49E94-83A3-0896-E68F-C0BF8DF889FF}"/>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Tree>
    <p:extLst>
      <p:ext uri="{BB962C8B-B14F-4D97-AF65-F5344CB8AC3E}">
        <p14:creationId xmlns:p14="http://schemas.microsoft.com/office/powerpoint/2010/main" val="453885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tory 1 Colour + Image right">
    <p:bg>
      <p:bgPr>
        <a:solidFill>
          <a:schemeClr val="tx2"/>
        </a:solidFill>
        <a:effectLst/>
      </p:bgPr>
    </p:bg>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402BA70B-CB23-8629-2C4B-C0EEA47A0E16}"/>
              </a:ext>
            </a:extLst>
          </p:cNvPr>
          <p:cNvSpPr>
            <a:spLocks noGrp="1"/>
          </p:cNvSpPr>
          <p:nvPr>
            <p:ph type="pic" sz="quarter" idx="10"/>
          </p:nvPr>
        </p:nvSpPr>
        <p:spPr>
          <a:xfrm>
            <a:off x="6110288"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1" name="Title 20">
            <a:extLst>
              <a:ext uri="{FF2B5EF4-FFF2-40B4-BE49-F238E27FC236}">
                <a16:creationId xmlns:a16="http://schemas.microsoft.com/office/drawing/2014/main" id="{F42603B3-D8E0-AAD6-6538-28CB1989C8B1}"/>
              </a:ext>
            </a:extLst>
          </p:cNvPr>
          <p:cNvSpPr>
            <a:spLocks noGrp="1"/>
          </p:cNvSpPr>
          <p:nvPr>
            <p:ph type="title" hasCustomPrompt="1"/>
          </p:nvPr>
        </p:nvSpPr>
        <p:spPr>
          <a:xfrm>
            <a:off x="300038" y="179798"/>
            <a:ext cx="5480830" cy="3733482"/>
          </a:xfrm>
        </p:spPr>
        <p:txBody>
          <a:bodyPr>
            <a:noAutofit/>
          </a:bodyPr>
          <a:lstStyle>
            <a:lvl1pPr>
              <a:defRPr sz="5400" b="0" i="0">
                <a:solidFill>
                  <a:schemeClr val="bg1"/>
                </a:solidFill>
                <a:latin typeface="ING display" panose="020B0603030508020203" pitchFamily="34" charset="77"/>
              </a:defRPr>
            </a:lvl1pPr>
          </a:lstStyle>
          <a:p>
            <a:pPr lvl="0"/>
            <a:r>
              <a:rPr lang="en-GB"/>
              <a:t>Use a big number or title here</a:t>
            </a:r>
          </a:p>
        </p:txBody>
      </p:sp>
      <p:sp>
        <p:nvSpPr>
          <p:cNvPr id="25" name="Rectangle 24">
            <a:extLst>
              <a:ext uri="{FF2B5EF4-FFF2-40B4-BE49-F238E27FC236}">
                <a16:creationId xmlns:a16="http://schemas.microsoft.com/office/drawing/2014/main" id="{3C941E55-23BD-525F-719C-7C3B6B83824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 name="Rectangle 1">
            <a:extLst>
              <a:ext uri="{FF2B5EF4-FFF2-40B4-BE49-F238E27FC236}">
                <a16:creationId xmlns:a16="http://schemas.microsoft.com/office/drawing/2014/main" id="{55231955-8765-E527-5630-CD602F9FD14A}"/>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53A04E4E-666C-D49B-421D-5C53A9F4282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9614AD34-165B-1A47-B2CB-7149C3C5478C}"/>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BADCFB22-BCF4-178F-D32E-C80258056F6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0B0A58ED-4CFB-57E9-ECC9-1EB88AB1856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ABB9A639-DEC3-E10A-1850-D3684818A19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35A60FFD-E0A1-507D-F80E-13619312A54D}"/>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D295C8B-7349-1094-7F18-89D0890FA41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F81EB18F-D9DA-B030-A27F-C3E5A6AF5788}"/>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42AD9E36-4F9B-8FF0-CEBC-9E789C9F51D0}"/>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6810760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tory 1 White + image right">
    <p:bg>
      <p:bgPr>
        <a:solidFill>
          <a:schemeClr val="bg1"/>
        </a:solidFill>
        <a:effectLst/>
      </p:bgPr>
    </p:bg>
    <p:spTree>
      <p:nvGrpSpPr>
        <p:cNvPr id="1" name=""/>
        <p:cNvGrpSpPr/>
        <p:nvPr/>
      </p:nvGrpSpPr>
      <p:grpSpPr>
        <a:xfrm>
          <a:off x="0" y="0"/>
          <a:ext cx="0" cy="0"/>
          <a:chOff x="0" y="0"/>
          <a:chExt cx="0" cy="0"/>
        </a:xfrm>
      </p:grpSpPr>
      <p:sp>
        <p:nvSpPr>
          <p:cNvPr id="15" name="Picture Placeholder 6">
            <a:extLst>
              <a:ext uri="{FF2B5EF4-FFF2-40B4-BE49-F238E27FC236}">
                <a16:creationId xmlns:a16="http://schemas.microsoft.com/office/drawing/2014/main" id="{85DF34CC-C871-02B6-2B98-C921866F9FCD}"/>
              </a:ext>
            </a:extLst>
          </p:cNvPr>
          <p:cNvSpPr>
            <a:spLocks noGrp="1"/>
          </p:cNvSpPr>
          <p:nvPr>
            <p:ph type="pic" sz="quarter" idx="10"/>
          </p:nvPr>
        </p:nvSpPr>
        <p:spPr>
          <a:xfrm>
            <a:off x="609600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36" name="Rectangle 35">
            <a:extLst>
              <a:ext uri="{FF2B5EF4-FFF2-40B4-BE49-F238E27FC236}">
                <a16:creationId xmlns:a16="http://schemas.microsoft.com/office/drawing/2014/main" id="{E8786E0D-6B18-08A4-4A7B-412EDE87A381}"/>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7" name="Text Placeholder 16">
            <a:extLst>
              <a:ext uri="{FF2B5EF4-FFF2-40B4-BE49-F238E27FC236}">
                <a16:creationId xmlns:a16="http://schemas.microsoft.com/office/drawing/2014/main" id="{DF919E9C-1378-2C45-3866-AD5627FF6164}"/>
              </a:ext>
            </a:extLst>
          </p:cNvPr>
          <p:cNvSpPr>
            <a:spLocks noGrp="1"/>
          </p:cNvSpPr>
          <p:nvPr>
            <p:ph type="body" sz="quarter" idx="12"/>
          </p:nvPr>
        </p:nvSpPr>
        <p:spPr>
          <a:xfrm>
            <a:off x="363933" y="5101780"/>
            <a:ext cx="5413354" cy="140176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8" name="Title 20">
            <a:extLst>
              <a:ext uri="{FF2B5EF4-FFF2-40B4-BE49-F238E27FC236}">
                <a16:creationId xmlns:a16="http://schemas.microsoft.com/office/drawing/2014/main" id="{7CC04655-1856-17E7-4FE8-89B6CA38A05B}"/>
              </a:ext>
            </a:extLst>
          </p:cNvPr>
          <p:cNvSpPr>
            <a:spLocks noGrp="1"/>
          </p:cNvSpPr>
          <p:nvPr>
            <p:ph type="title" hasCustomPrompt="1"/>
          </p:nvPr>
        </p:nvSpPr>
        <p:spPr>
          <a:xfrm>
            <a:off x="300038" y="179798"/>
            <a:ext cx="5480830" cy="3733482"/>
          </a:xfrm>
        </p:spPr>
        <p:txBody>
          <a:bodyPr>
            <a:noAutofit/>
          </a:bodyPr>
          <a:lstStyle>
            <a:lvl1pPr>
              <a:defRPr sz="5400" b="0" i="0">
                <a:solidFill>
                  <a:schemeClr val="tx2"/>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8175C436-1B3B-8F5A-9FC5-8277ED225D21}"/>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BEEB9B59-8208-B7EE-448A-9C524733812D}"/>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314E005D-8696-B215-1703-ADD1B51157E5}"/>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088AF856-1526-3E3C-4520-2F2A61123D52}"/>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B73E4092-CF22-62F7-6423-05C72ACDC8DF}"/>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5E31CF2-DCAE-AA93-4293-DC5D10A892F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67334D99-3E7B-E521-3AD0-968B53E2B49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2444E38-BB18-65DA-D944-5B6236E5FEED}"/>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BB63022D-F9E0-148B-4853-C8972F4333D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4CD7291C-FA1F-76AA-CE6B-EF4CC1375AE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9544877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tory 1 Colour + image left">
    <p:bg>
      <p:bgPr>
        <a:solidFill>
          <a:schemeClr val="tx2"/>
        </a:solidFill>
        <a:effectLst/>
      </p:bgPr>
    </p:bg>
    <p:spTree>
      <p:nvGrpSpPr>
        <p:cNvPr id="1" name=""/>
        <p:cNvGrpSpPr/>
        <p:nvPr/>
      </p:nvGrpSpPr>
      <p:grpSpPr>
        <a:xfrm>
          <a:off x="0" y="0"/>
          <a:ext cx="0" cy="0"/>
          <a:chOff x="0" y="0"/>
          <a:chExt cx="0" cy="0"/>
        </a:xfrm>
      </p:grpSpPr>
      <p:sp>
        <p:nvSpPr>
          <p:cNvPr id="26" name="Picture Placeholder 6">
            <a:extLst>
              <a:ext uri="{FF2B5EF4-FFF2-40B4-BE49-F238E27FC236}">
                <a16:creationId xmlns:a16="http://schemas.microsoft.com/office/drawing/2014/main" id="{E203EE4B-543F-A82D-04D2-5A63B0B12EAD}"/>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5" name="Rectangle 24">
            <a:extLst>
              <a:ext uri="{FF2B5EF4-FFF2-40B4-BE49-F238E27FC236}">
                <a16:creationId xmlns:a16="http://schemas.microsoft.com/office/drawing/2014/main" id="{1A600DAA-D213-097C-8F2A-7AA3204132CB}"/>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7" name="Text Placeholder 16">
            <a:extLst>
              <a:ext uri="{FF2B5EF4-FFF2-40B4-BE49-F238E27FC236}">
                <a16:creationId xmlns:a16="http://schemas.microsoft.com/office/drawing/2014/main" id="{BA998479-AD58-7DB0-E563-A8B587A1BCC8}"/>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8" name="Title 20">
            <a:extLst>
              <a:ext uri="{FF2B5EF4-FFF2-40B4-BE49-F238E27FC236}">
                <a16:creationId xmlns:a16="http://schemas.microsoft.com/office/drawing/2014/main" id="{BDF547DE-79B3-275D-BD3B-C55C59ED877E}"/>
              </a:ext>
            </a:extLst>
          </p:cNvPr>
          <p:cNvSpPr>
            <a:spLocks noGrp="1"/>
          </p:cNvSpPr>
          <p:nvPr>
            <p:ph type="title" hasCustomPrompt="1"/>
          </p:nvPr>
        </p:nvSpPr>
        <p:spPr>
          <a:xfrm>
            <a:off x="6366332" y="210794"/>
            <a:ext cx="5368877" cy="3748722"/>
          </a:xfrm>
        </p:spPr>
        <p:txBody>
          <a:bodyPr>
            <a:noAutofit/>
          </a:bodyPr>
          <a:lstStyle>
            <a:lvl1pPr>
              <a:defRPr sz="5400" b="0" i="0">
                <a:solidFill>
                  <a:schemeClr val="bg1"/>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5C84C88E-925D-7434-28AB-E93C75D7972D}"/>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3" name="Group 2">
            <a:extLst>
              <a:ext uri="{FF2B5EF4-FFF2-40B4-BE49-F238E27FC236}">
                <a16:creationId xmlns:a16="http://schemas.microsoft.com/office/drawing/2014/main" id="{67FCAB66-5310-A1A5-BBF3-E7E84A11549E}"/>
              </a:ext>
            </a:extLst>
          </p:cNvPr>
          <p:cNvGrpSpPr/>
          <p:nvPr userDrawn="1"/>
        </p:nvGrpSpPr>
        <p:grpSpPr>
          <a:xfrm>
            <a:off x="-2579659" y="3714818"/>
            <a:ext cx="2144619" cy="2625866"/>
            <a:chOff x="-2608729" y="1272988"/>
            <a:chExt cx="2064454" cy="3585883"/>
          </a:xfrm>
        </p:grpSpPr>
        <p:sp>
          <p:nvSpPr>
            <p:cNvPr id="4" name="Rectangle 3">
              <a:extLst>
                <a:ext uri="{FF2B5EF4-FFF2-40B4-BE49-F238E27FC236}">
                  <a16:creationId xmlns:a16="http://schemas.microsoft.com/office/drawing/2014/main" id="{E0E0C828-10E8-B9C2-53D1-3E350832B13A}"/>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5" name="Rectangle 4">
              <a:extLst>
                <a:ext uri="{FF2B5EF4-FFF2-40B4-BE49-F238E27FC236}">
                  <a16:creationId xmlns:a16="http://schemas.microsoft.com/office/drawing/2014/main" id="{51DAE1B2-B340-56AA-5918-419E0F8A883A}"/>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6" name="Rectangle 5">
              <a:extLst>
                <a:ext uri="{FF2B5EF4-FFF2-40B4-BE49-F238E27FC236}">
                  <a16:creationId xmlns:a16="http://schemas.microsoft.com/office/drawing/2014/main" id="{D1A0C4AF-4977-A4A9-816E-4BEAA1D66BE4}"/>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7" name="Rectangle 6">
              <a:extLst>
                <a:ext uri="{FF2B5EF4-FFF2-40B4-BE49-F238E27FC236}">
                  <a16:creationId xmlns:a16="http://schemas.microsoft.com/office/drawing/2014/main" id="{978F5256-6CCC-8207-0F87-5D5C02B001FF}"/>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8" name="Rectangle 7">
              <a:extLst>
                <a:ext uri="{FF2B5EF4-FFF2-40B4-BE49-F238E27FC236}">
                  <a16:creationId xmlns:a16="http://schemas.microsoft.com/office/drawing/2014/main" id="{CE8847B3-3A27-076E-1E9A-718C2D408E25}"/>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77422653-53A9-0934-482E-A07D6C978D05}"/>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81111800-2A1C-5D1A-618C-AA5A4FFE963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1" name="Rectangle 10">
              <a:extLst>
                <a:ext uri="{FF2B5EF4-FFF2-40B4-BE49-F238E27FC236}">
                  <a16:creationId xmlns:a16="http://schemas.microsoft.com/office/drawing/2014/main" id="{8FDC80A0-E851-6DE7-3535-72BE3004617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429102235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tory  1 White + image left">
    <p:bg>
      <p:bgPr>
        <a:solidFill>
          <a:schemeClr val="bg1"/>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9CA19AA-D149-4845-3459-797DEC014766}"/>
              </a:ext>
            </a:extLst>
          </p:cNvPr>
          <p:cNvSpPr>
            <a:spLocks noGrp="1"/>
          </p:cNvSpPr>
          <p:nvPr>
            <p:ph type="pic" sz="quarter" idx="10"/>
          </p:nvPr>
        </p:nvSpPr>
        <p:spPr>
          <a:xfrm>
            <a:off x="0" y="0"/>
            <a:ext cx="6096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4" name="Rectangle 23">
            <a:extLst>
              <a:ext uri="{FF2B5EF4-FFF2-40B4-BE49-F238E27FC236}">
                <a16:creationId xmlns:a16="http://schemas.microsoft.com/office/drawing/2014/main" id="{E494F3F9-F083-4A74-689F-CF3072213C93}"/>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30" name="Text Placeholder 16">
            <a:extLst>
              <a:ext uri="{FF2B5EF4-FFF2-40B4-BE49-F238E27FC236}">
                <a16:creationId xmlns:a16="http://schemas.microsoft.com/office/drawing/2014/main" id="{52820AC0-78B2-2FAD-DD0B-763AD0CDFA45}"/>
              </a:ext>
            </a:extLst>
          </p:cNvPr>
          <p:cNvSpPr>
            <a:spLocks noGrp="1"/>
          </p:cNvSpPr>
          <p:nvPr>
            <p:ph type="body" sz="quarter" idx="12"/>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Title 20">
            <a:extLst>
              <a:ext uri="{FF2B5EF4-FFF2-40B4-BE49-F238E27FC236}">
                <a16:creationId xmlns:a16="http://schemas.microsoft.com/office/drawing/2014/main" id="{768F4FB2-54F1-3AFC-2B5F-C17A2AD6CD47}"/>
              </a:ext>
            </a:extLst>
          </p:cNvPr>
          <p:cNvSpPr>
            <a:spLocks noGrp="1"/>
          </p:cNvSpPr>
          <p:nvPr>
            <p:ph type="title" hasCustomPrompt="1"/>
          </p:nvPr>
        </p:nvSpPr>
        <p:spPr>
          <a:xfrm>
            <a:off x="6366332" y="210794"/>
            <a:ext cx="5368877" cy="3748722"/>
          </a:xfrm>
        </p:spPr>
        <p:txBody>
          <a:bodyPr>
            <a:noAutofit/>
          </a:bodyPr>
          <a:lstStyle>
            <a:lvl1pPr>
              <a:defRPr sz="5400" b="1" i="0">
                <a:solidFill>
                  <a:schemeClr val="tx2"/>
                </a:solidFill>
                <a:latin typeface="ING display" panose="020B0603030508020203" pitchFamily="34" charset="77"/>
              </a:defRPr>
            </a:lvl1pPr>
          </a:lstStyle>
          <a:p>
            <a:pPr lvl="0"/>
            <a:r>
              <a:rPr lang="en-GB"/>
              <a:t>Use a big number or title here</a:t>
            </a:r>
          </a:p>
        </p:txBody>
      </p:sp>
      <p:sp>
        <p:nvSpPr>
          <p:cNvPr id="2" name="Rectangle 1">
            <a:extLst>
              <a:ext uri="{FF2B5EF4-FFF2-40B4-BE49-F238E27FC236}">
                <a16:creationId xmlns:a16="http://schemas.microsoft.com/office/drawing/2014/main" id="{302514C7-1427-9A85-4EBC-05F161C7ABA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9DB514C0-EA9D-332C-4AD7-C3A3B06CC356}"/>
              </a:ext>
            </a:extLst>
          </p:cNvPr>
          <p:cNvGrpSpPr/>
          <p:nvPr userDrawn="1"/>
        </p:nvGrpSpPr>
        <p:grpSpPr>
          <a:xfrm>
            <a:off x="-2579659" y="3714818"/>
            <a:ext cx="2144619" cy="2625866"/>
            <a:chOff x="-2608729" y="1272988"/>
            <a:chExt cx="2064454" cy="3585883"/>
          </a:xfrm>
        </p:grpSpPr>
        <p:sp>
          <p:nvSpPr>
            <p:cNvPr id="6" name="Rectangle 5">
              <a:extLst>
                <a:ext uri="{FF2B5EF4-FFF2-40B4-BE49-F238E27FC236}">
                  <a16:creationId xmlns:a16="http://schemas.microsoft.com/office/drawing/2014/main" id="{1CDC7EE2-9FD4-0838-399E-81865D8A4717}"/>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7" name="Rectangle 6">
              <a:extLst>
                <a:ext uri="{FF2B5EF4-FFF2-40B4-BE49-F238E27FC236}">
                  <a16:creationId xmlns:a16="http://schemas.microsoft.com/office/drawing/2014/main" id="{623DCA41-E3C2-B8B3-497D-FA5EB7052C24}"/>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ADD4DC9F-A38B-42D5-B1B4-D96C79164A4A}"/>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83379F76-C95A-3253-B3ED-8D4435B24CA9}"/>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A7DDA985-8DB3-6D40-B66C-F6D6657B9FA2}"/>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8C9DCFA4-9450-2C4A-0D82-33752F060A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91FDA3A3-D78A-C564-2A72-7BE1E93BF585}"/>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5E25BAEB-A953-0D7B-E815-7A4E58CE95F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7546920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tories 2 Mixed">
    <p:bg>
      <p:bgPr>
        <a:solidFill>
          <a:schemeClr val="tx2"/>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accent2"/>
          </a:solidFill>
        </p:spPr>
        <p:txBody>
          <a:bodyPr lIns="360000" tIns="251999" rIns="360000" bIns="360000" anchor="t" anchorCtr="0">
            <a:noAutofit/>
          </a:bodyPr>
          <a:lstStyle>
            <a:lvl1pPr marL="0" indent="0">
              <a:lnSpc>
                <a:spcPct val="100000"/>
              </a:lnSpc>
              <a:buNone/>
              <a:defRPr sz="54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7" name="Rectangle 16">
            <a:extLst>
              <a:ext uri="{FF2B5EF4-FFF2-40B4-BE49-F238E27FC236}">
                <a16:creationId xmlns:a16="http://schemas.microsoft.com/office/drawing/2014/main" id="{6C6F5108-9F1E-C626-E9F1-09E440968272}"/>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50" name="Text Placeholder 16">
            <a:extLst>
              <a:ext uri="{FF2B5EF4-FFF2-40B4-BE49-F238E27FC236}">
                <a16:creationId xmlns:a16="http://schemas.microsoft.com/office/drawing/2014/main" id="{DECE133A-3D59-8839-75C6-71919625CFB1}"/>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673D98F3-1FC0-D28C-F718-33DDBFF9E769}"/>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4" name="Group 3">
            <a:extLst>
              <a:ext uri="{FF2B5EF4-FFF2-40B4-BE49-F238E27FC236}">
                <a16:creationId xmlns:a16="http://schemas.microsoft.com/office/drawing/2014/main" id="{3002DFAD-BAAB-9E35-B8AD-FDBE82F8B074}"/>
              </a:ext>
            </a:extLst>
          </p:cNvPr>
          <p:cNvGrpSpPr/>
          <p:nvPr userDrawn="1"/>
        </p:nvGrpSpPr>
        <p:grpSpPr>
          <a:xfrm>
            <a:off x="-2579659" y="3714818"/>
            <a:ext cx="2144619" cy="2625866"/>
            <a:chOff x="-2608729" y="1272988"/>
            <a:chExt cx="2064454" cy="3585883"/>
          </a:xfrm>
        </p:grpSpPr>
        <p:sp>
          <p:nvSpPr>
            <p:cNvPr id="5" name="Rectangle 4">
              <a:extLst>
                <a:ext uri="{FF2B5EF4-FFF2-40B4-BE49-F238E27FC236}">
                  <a16:creationId xmlns:a16="http://schemas.microsoft.com/office/drawing/2014/main" id="{5A69939A-3FA1-B8A2-3968-04AE30FE2FB2}"/>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6" name="Rectangle 5">
              <a:extLst>
                <a:ext uri="{FF2B5EF4-FFF2-40B4-BE49-F238E27FC236}">
                  <a16:creationId xmlns:a16="http://schemas.microsoft.com/office/drawing/2014/main" id="{2D833AB5-5E0B-C783-546E-D8767D4CAD30}"/>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8" name="Rectangle 7">
              <a:extLst>
                <a:ext uri="{FF2B5EF4-FFF2-40B4-BE49-F238E27FC236}">
                  <a16:creationId xmlns:a16="http://schemas.microsoft.com/office/drawing/2014/main" id="{79CDBB83-D423-3096-C546-3EBFDDCA8E56}"/>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9" name="Rectangle 8">
              <a:extLst>
                <a:ext uri="{FF2B5EF4-FFF2-40B4-BE49-F238E27FC236}">
                  <a16:creationId xmlns:a16="http://schemas.microsoft.com/office/drawing/2014/main" id="{F4AC7A90-4019-4634-7EA9-F4010B9CF121}"/>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0" name="Rectangle 9">
              <a:extLst>
                <a:ext uri="{FF2B5EF4-FFF2-40B4-BE49-F238E27FC236}">
                  <a16:creationId xmlns:a16="http://schemas.microsoft.com/office/drawing/2014/main" id="{E8C78F00-D9BC-0891-29A4-1F6141F6E46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1" name="Rectangle 10">
              <a:extLst>
                <a:ext uri="{FF2B5EF4-FFF2-40B4-BE49-F238E27FC236}">
                  <a16:creationId xmlns:a16="http://schemas.microsoft.com/office/drawing/2014/main" id="{2FB74BC9-BB5E-D799-49AF-FC0299708D63}"/>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2" name="Rectangle 11">
              <a:extLst>
                <a:ext uri="{FF2B5EF4-FFF2-40B4-BE49-F238E27FC236}">
                  <a16:creationId xmlns:a16="http://schemas.microsoft.com/office/drawing/2014/main" id="{832BFC66-333C-9204-81C9-F36B5E8A4BC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3" name="Rectangle 12">
              <a:extLst>
                <a:ext uri="{FF2B5EF4-FFF2-40B4-BE49-F238E27FC236}">
                  <a16:creationId xmlns:a16="http://schemas.microsoft.com/office/drawing/2014/main" id="{E630D0BC-33EA-DFAB-4AE1-F78264E8B585}"/>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3881082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ories 2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98868361-EE97-415D-2016-A8A5D1792CCD}"/>
              </a:ext>
            </a:extLst>
          </p:cNvPr>
          <p:cNvSpPr>
            <a:spLocks noGrp="1" noRot="1" noMove="1" noResize="1" noEditPoints="1" noAdjustHandles="1" noChangeArrowheads="1" noChangeShapeType="1"/>
          </p:cNvSpPr>
          <p:nvPr>
            <p:ph type="body" sz="quarter" idx="16" hasCustomPrompt="1"/>
          </p:nvPr>
        </p:nvSpPr>
        <p:spPr>
          <a:xfrm>
            <a:off x="6095999" y="0"/>
            <a:ext cx="6095999" cy="6858000"/>
          </a:xfrm>
          <a:solidFill>
            <a:schemeClr val="bg1"/>
          </a:solidFill>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hasCustomPrompt="1"/>
          </p:nvPr>
        </p:nvSpPr>
        <p:spPr>
          <a:xfrm>
            <a:off x="0" y="0"/>
            <a:ext cx="6095999" cy="6858000"/>
          </a:xfrm>
        </p:spPr>
        <p:txBody>
          <a:bodyPr lIns="360000" tIns="251999" rIns="360000" bIns="360000" anchor="t" anchorCtr="0">
            <a:noAutofit/>
          </a:bodyPr>
          <a:lstStyle>
            <a:lvl1pPr marL="0" indent="0">
              <a:lnSpc>
                <a:spcPct val="100000"/>
              </a:lnSpc>
              <a:buNone/>
              <a:defRPr sz="5400" b="1" i="0">
                <a:solidFill>
                  <a:srgbClr val="FF6200"/>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0BD2D0C2-500A-AB53-23AB-932B088F0560}"/>
              </a:ext>
            </a:extLst>
          </p:cNvPr>
          <p:cNvSpPr>
            <a:spLocks noGrp="1"/>
          </p:cNvSpPr>
          <p:nvPr>
            <p:ph type="body" sz="quarter" idx="17"/>
          </p:nvPr>
        </p:nvSpPr>
        <p:spPr>
          <a:xfrm>
            <a:off x="6366332" y="5086539"/>
            <a:ext cx="5368877" cy="1417003"/>
          </a:xfrm>
        </p:spPr>
        <p:txBody>
          <a:bodyPr anchor="b" anchorCtr="0">
            <a:noAutofit/>
          </a:bodyPr>
          <a:lstStyle>
            <a:lvl1pPr marL="0" indent="0">
              <a:lnSpc>
                <a:spcPct val="100000"/>
              </a:lnSpc>
              <a:buNone/>
              <a:defRPr sz="20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D42791A5-0820-EFC0-A90C-36F4DB548C9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9BB0319B-2F3F-B9D6-DF36-8B5BBDC38DEE}"/>
              </a:ext>
            </a:extLst>
          </p:cNvPr>
          <p:cNvGrpSpPr/>
          <p:nvPr userDrawn="1"/>
        </p:nvGrpSpPr>
        <p:grpSpPr>
          <a:xfrm>
            <a:off x="-2579659" y="3714818"/>
            <a:ext cx="2144619" cy="2625866"/>
            <a:chOff x="-2608729" y="1272988"/>
            <a:chExt cx="2064454" cy="3585883"/>
          </a:xfrm>
        </p:grpSpPr>
        <p:sp>
          <p:nvSpPr>
            <p:cNvPr id="15" name="Rectangle 14">
              <a:extLst>
                <a:ext uri="{FF2B5EF4-FFF2-40B4-BE49-F238E27FC236}">
                  <a16:creationId xmlns:a16="http://schemas.microsoft.com/office/drawing/2014/main" id="{F889A8A0-305D-C000-2B7E-DC930C262758}"/>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7" name="Rectangle 16">
              <a:extLst>
                <a:ext uri="{FF2B5EF4-FFF2-40B4-BE49-F238E27FC236}">
                  <a16:creationId xmlns:a16="http://schemas.microsoft.com/office/drawing/2014/main" id="{5BEFC7F6-D85C-AC4E-942E-F08487D5EC2D}"/>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9" name="Rectangle 18">
              <a:extLst>
                <a:ext uri="{FF2B5EF4-FFF2-40B4-BE49-F238E27FC236}">
                  <a16:creationId xmlns:a16="http://schemas.microsoft.com/office/drawing/2014/main" id="{3284E6B7-6629-6E57-F52B-76FD68D8673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0" name="Rectangle 19">
              <a:extLst>
                <a:ext uri="{FF2B5EF4-FFF2-40B4-BE49-F238E27FC236}">
                  <a16:creationId xmlns:a16="http://schemas.microsoft.com/office/drawing/2014/main" id="{15D56C95-2DB2-0BEC-21B5-49F359F7811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1" name="Rectangle 20">
              <a:extLst>
                <a:ext uri="{FF2B5EF4-FFF2-40B4-BE49-F238E27FC236}">
                  <a16:creationId xmlns:a16="http://schemas.microsoft.com/office/drawing/2014/main" id="{5EDAADE9-6AF8-485E-7296-F89890676124}"/>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B3F70B19-1E64-34B6-0AFC-83A038C099D1}"/>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4C619CFF-027B-5532-9772-A1F9E72B0F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26B1EA76-8A4D-4977-3B73-91E4FDACA927}"/>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15349578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tories 4 Colour">
    <p:bg>
      <p:bgPr>
        <a:solidFill>
          <a:schemeClr val="accent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B889C89A-B221-1C96-B140-6733E951054B}"/>
              </a:ext>
            </a:extLst>
          </p:cNvPr>
          <p:cNvSpPr>
            <a:spLocks noChangeArrowheads="1"/>
          </p:cNvSpPr>
          <p:nvPr userDrawn="1"/>
        </p:nvSpPr>
        <p:spPr bwMode="gray">
          <a:xfrm>
            <a:off x="-8153498" y="14287"/>
            <a:ext cx="2551524" cy="6858000"/>
          </a:xfrm>
          <a:prstGeom prst="rect">
            <a:avLst/>
          </a:prstGeom>
          <a:solidFill>
            <a:srgbClr val="F7F4F1"/>
          </a:solidFill>
          <a:ln>
            <a:noFill/>
          </a:ln>
          <a:effectLst/>
        </p:spPr>
        <p:txBody>
          <a:bodyPr wrap="square" lIns="180000" tIns="180000" rIns="180000" bIns="180000" anchor="t">
            <a:noAutofit/>
          </a:bodyPr>
          <a:lstStyle/>
          <a:p>
            <a:pPr marL="0" algn="l" defTabSz="457200" rtl="0" eaLnBrk="1" latinLnBrk="0" hangingPunct="1">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20" name="Rectangle 19">
            <a:extLst>
              <a:ext uri="{FF2B5EF4-FFF2-40B4-BE49-F238E27FC236}">
                <a16:creationId xmlns:a16="http://schemas.microsoft.com/office/drawing/2014/main" id="{E95501B4-9967-526D-798F-9E310B181857}"/>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21" name="Picture Placeholder 6">
            <a:extLst>
              <a:ext uri="{FF2B5EF4-FFF2-40B4-BE49-F238E27FC236}">
                <a16:creationId xmlns:a16="http://schemas.microsoft.com/office/drawing/2014/main" id="{5F011317-4DD4-C598-FADD-3CFE6122596E}"/>
              </a:ext>
            </a:extLst>
          </p:cNvPr>
          <p:cNvSpPr>
            <a:spLocks noGrp="1" noRot="1" noMove="1" noResize="1" noEditPoints="1" noAdjustHandles="1" noChangeArrowheads="1" noChangeShapeType="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6" name="Text Placeholder 16">
            <a:extLst>
              <a:ext uri="{FF2B5EF4-FFF2-40B4-BE49-F238E27FC236}">
                <a16:creationId xmlns:a16="http://schemas.microsoft.com/office/drawing/2014/main" id="{BF2E8697-0EDE-5A9D-900E-13662A467496}"/>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28" name="Text Placeholder 16">
            <a:extLst>
              <a:ext uri="{FF2B5EF4-FFF2-40B4-BE49-F238E27FC236}">
                <a16:creationId xmlns:a16="http://schemas.microsoft.com/office/drawing/2014/main" id="{85327C96-231B-1393-5D9E-E1249E160730}"/>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29" name="Text Placeholder 16">
            <a:extLst>
              <a:ext uri="{FF2B5EF4-FFF2-40B4-BE49-F238E27FC236}">
                <a16:creationId xmlns:a16="http://schemas.microsoft.com/office/drawing/2014/main" id="{BCE3822F-7C01-DEA3-9F59-C04606FF6676}"/>
              </a:ext>
            </a:extLst>
          </p:cNvPr>
          <p:cNvSpPr>
            <a:spLocks noGrp="1" noRot="1" noMove="1" noResize="1" noEditPoints="1" noAdjustHandles="1" noChangeArrowheads="1" noChangeShapeType="1"/>
          </p:cNvSpPr>
          <p:nvPr>
            <p:ph type="body" sz="quarter" idx="15" hasCustomPrompt="1"/>
          </p:nvPr>
        </p:nvSpPr>
        <p:spPr>
          <a:xfrm>
            <a:off x="40654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1" name="Text Placeholder 16">
            <a:extLst>
              <a:ext uri="{FF2B5EF4-FFF2-40B4-BE49-F238E27FC236}">
                <a16:creationId xmlns:a16="http://schemas.microsoft.com/office/drawing/2014/main" id="{4C48E623-A1D5-4118-FB51-854EACECEE1C}"/>
              </a:ext>
            </a:extLst>
          </p:cNvPr>
          <p:cNvSpPr>
            <a:spLocks noGrp="1" noRot="1" noMove="1" noResize="1" noEditPoints="1" noAdjustHandles="1" noChangeArrowheads="1" noChangeShapeType="1"/>
          </p:cNvSpPr>
          <p:nvPr>
            <p:ph type="body" sz="quarter" idx="13" hasCustomPrompt="1"/>
          </p:nvPr>
        </p:nvSpPr>
        <p:spPr>
          <a:xfrm>
            <a:off x="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2" name="Text Placeholder 16">
            <a:extLst>
              <a:ext uri="{FF2B5EF4-FFF2-40B4-BE49-F238E27FC236}">
                <a16:creationId xmlns:a16="http://schemas.microsoft.com/office/drawing/2014/main" id="{1C1611CC-D6C0-EC88-DF8D-D63ABD42C77B}"/>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5" name="Text Placeholder 16">
            <a:extLst>
              <a:ext uri="{FF2B5EF4-FFF2-40B4-BE49-F238E27FC236}">
                <a16:creationId xmlns:a16="http://schemas.microsoft.com/office/drawing/2014/main" id="{A286A7A5-CB5C-0033-449C-218B4E70AA81}"/>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6" name="Text Placeholder 16">
            <a:extLst>
              <a:ext uri="{FF2B5EF4-FFF2-40B4-BE49-F238E27FC236}">
                <a16:creationId xmlns:a16="http://schemas.microsoft.com/office/drawing/2014/main" id="{8BD0623F-A0E8-A268-0A69-717EF189DD4D}"/>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 name="Text Placeholder 16">
            <a:extLst>
              <a:ext uri="{FF2B5EF4-FFF2-40B4-BE49-F238E27FC236}">
                <a16:creationId xmlns:a16="http://schemas.microsoft.com/office/drawing/2014/main" id="{659F2CF6-0431-E899-09F8-6E35768D7180}"/>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DE0BD260-6B89-8931-E65C-B70D6B354464}"/>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5" name="Group 4">
            <a:extLst>
              <a:ext uri="{FF2B5EF4-FFF2-40B4-BE49-F238E27FC236}">
                <a16:creationId xmlns:a16="http://schemas.microsoft.com/office/drawing/2014/main" id="{D1D9D5C9-2C12-DD4A-82BB-F8A6DFC89533}"/>
              </a:ext>
            </a:extLst>
          </p:cNvPr>
          <p:cNvGrpSpPr/>
          <p:nvPr userDrawn="1"/>
        </p:nvGrpSpPr>
        <p:grpSpPr>
          <a:xfrm>
            <a:off x="-2579659" y="3714818"/>
            <a:ext cx="2144619" cy="2625866"/>
            <a:chOff x="-2608729" y="1272988"/>
            <a:chExt cx="2064454" cy="3585883"/>
          </a:xfrm>
        </p:grpSpPr>
        <p:sp>
          <p:nvSpPr>
            <p:cNvPr id="8" name="Rectangle 7">
              <a:extLst>
                <a:ext uri="{FF2B5EF4-FFF2-40B4-BE49-F238E27FC236}">
                  <a16:creationId xmlns:a16="http://schemas.microsoft.com/office/drawing/2014/main" id="{1A8BDCDF-1A7F-CB82-B357-B2D77E713B2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1" name="Rectangle 10">
              <a:extLst>
                <a:ext uri="{FF2B5EF4-FFF2-40B4-BE49-F238E27FC236}">
                  <a16:creationId xmlns:a16="http://schemas.microsoft.com/office/drawing/2014/main" id="{ADB19CD4-0F09-98E1-E288-8CE152EFD4B6}"/>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2" name="Rectangle 11">
              <a:extLst>
                <a:ext uri="{FF2B5EF4-FFF2-40B4-BE49-F238E27FC236}">
                  <a16:creationId xmlns:a16="http://schemas.microsoft.com/office/drawing/2014/main" id="{328994E0-BC6C-884B-03C5-C2C3F44AC8E1}"/>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3" name="Rectangle 12">
              <a:extLst>
                <a:ext uri="{FF2B5EF4-FFF2-40B4-BE49-F238E27FC236}">
                  <a16:creationId xmlns:a16="http://schemas.microsoft.com/office/drawing/2014/main" id="{B0E21B12-6E48-1C0F-4E2D-9C39C75B92C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4" name="Rectangle 13">
              <a:extLst>
                <a:ext uri="{FF2B5EF4-FFF2-40B4-BE49-F238E27FC236}">
                  <a16:creationId xmlns:a16="http://schemas.microsoft.com/office/drawing/2014/main" id="{3CB6453D-90D1-5FDA-B1DB-4C070944BD6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8" name="Rectangle 17">
              <a:extLst>
                <a:ext uri="{FF2B5EF4-FFF2-40B4-BE49-F238E27FC236}">
                  <a16:creationId xmlns:a16="http://schemas.microsoft.com/office/drawing/2014/main" id="{3FBDD981-B2F2-CBF0-63BB-4E4BC89C78A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2" name="Rectangle 21">
              <a:extLst>
                <a:ext uri="{FF2B5EF4-FFF2-40B4-BE49-F238E27FC236}">
                  <a16:creationId xmlns:a16="http://schemas.microsoft.com/office/drawing/2014/main" id="{2D9E9A31-FE9B-5DAD-7E0C-80C8F0EABFEB}"/>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BEC0B5A-BB43-D73D-B33A-409258D1A2DF}"/>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7348644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tories 4 White">
    <p:bg>
      <p:bgPr>
        <a:solidFill>
          <a:schemeClr val="bg1"/>
        </a:solidFill>
        <a:effectLst/>
      </p:bgPr>
    </p:bg>
    <p:spTree>
      <p:nvGrpSpPr>
        <p:cNvPr id="1" name=""/>
        <p:cNvGrpSpPr/>
        <p:nvPr/>
      </p:nvGrpSpPr>
      <p:grpSpPr>
        <a:xfrm>
          <a:off x="0" y="0"/>
          <a:ext cx="0" cy="0"/>
          <a:chOff x="0" y="0"/>
          <a:chExt cx="0" cy="0"/>
        </a:xfrm>
      </p:grpSpPr>
      <p:sp>
        <p:nvSpPr>
          <p:cNvPr id="7" name="Text Placeholder 16">
            <a:extLst>
              <a:ext uri="{FF2B5EF4-FFF2-40B4-BE49-F238E27FC236}">
                <a16:creationId xmlns:a16="http://schemas.microsoft.com/office/drawing/2014/main" id="{3EF541C7-7172-8D92-7265-D7EB1979766A}"/>
              </a:ext>
            </a:extLst>
          </p:cNvPr>
          <p:cNvSpPr>
            <a:spLocks noGrp="1"/>
          </p:cNvSpPr>
          <p:nvPr>
            <p:ph type="body" sz="quarter" idx="21" hasCustomPrompt="1"/>
          </p:nvPr>
        </p:nvSpPr>
        <p:spPr>
          <a:xfrm>
            <a:off x="4061641"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9" name="Text Placeholder 16">
            <a:extLst>
              <a:ext uri="{FF2B5EF4-FFF2-40B4-BE49-F238E27FC236}">
                <a16:creationId xmlns:a16="http://schemas.microsoft.com/office/drawing/2014/main" id="{2EDD4684-9C9B-AC34-8E2A-33E30E99A0A6}"/>
              </a:ext>
            </a:extLst>
          </p:cNvPr>
          <p:cNvSpPr>
            <a:spLocks noGrp="1"/>
          </p:cNvSpPr>
          <p:nvPr>
            <p:ph type="body" sz="quarter" idx="19" hasCustomPrompt="1"/>
          </p:nvPr>
        </p:nvSpPr>
        <p:spPr>
          <a:xfrm>
            <a:off x="-2400" y="3443990"/>
            <a:ext cx="4068717"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p:ph type="body" sz="quarter" idx="15" hasCustomPrompt="1"/>
          </p:nvPr>
        </p:nvSpPr>
        <p:spPr>
          <a:xfrm>
            <a:off x="405765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p:ph type="body" sz="quarter" idx="13" hasCustomPrompt="1"/>
          </p:nvPr>
        </p:nvSpPr>
        <p:spPr>
          <a:xfrm>
            <a:off x="1" y="0"/>
            <a:ext cx="4067116" cy="3438000"/>
          </a:xfrm>
          <a:solidFill>
            <a:schemeClr val="bg1"/>
          </a:solid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5" name="Text Placeholder 16">
            <a:extLst>
              <a:ext uri="{FF2B5EF4-FFF2-40B4-BE49-F238E27FC236}">
                <a16:creationId xmlns:a16="http://schemas.microsoft.com/office/drawing/2014/main" id="{4237589B-DD01-A40D-9C37-78DB7A75755E}"/>
              </a:ext>
            </a:extLst>
          </p:cNvPr>
          <p:cNvSpPr>
            <a:spLocks noGrp="1"/>
          </p:cNvSpPr>
          <p:nvPr>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31" name="Rectangle 30">
            <a:extLst>
              <a:ext uri="{FF2B5EF4-FFF2-40B4-BE49-F238E27FC236}">
                <a16:creationId xmlns:a16="http://schemas.microsoft.com/office/drawing/2014/main" id="{9503FF52-FFDD-C4E8-70AF-5116F708C65E}"/>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b="0" i="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b="0" i="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r>
              <a:rPr lang="en-GB" sz="1000" b="0" i="0" kern="1200">
                <a:solidFill>
                  <a:srgbClr val="0D0804"/>
                </a:solidFill>
                <a:effectLst/>
                <a:latin typeface="ING Me" panose="02000506040000020004" pitchFamily="2" charset="0"/>
                <a:ea typeface="+mn-ea"/>
                <a:cs typeface="ING Me" panose="02000506040000020004" pitchFamily="2" charset="0"/>
              </a:rPr>
              <a:t>.</a:t>
            </a:r>
            <a:endParaRPr lang="en-NL" sz="1000" b="0"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b="0" i="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b="0" i="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b="0" i="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b="0" i="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b="0" i="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b="0" i="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i="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41D997D3-5CC4-BB05-A834-26822991E9F2}"/>
              </a:ext>
            </a:extLst>
          </p:cNvPr>
          <p:cNvSpPr>
            <a:spLocks noGrp="1"/>
          </p:cNvSpPr>
          <p:nvPr>
            <p:ph type="pic" sz="quarter" idx="10"/>
          </p:nvPr>
        </p:nvSpPr>
        <p:spPr>
          <a:xfrm>
            <a:off x="8124000" y="0"/>
            <a:ext cx="4104000"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2A5FD939-ABCD-24A3-4080-4F5C99660220}"/>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6" name="Group 5">
            <a:extLst>
              <a:ext uri="{FF2B5EF4-FFF2-40B4-BE49-F238E27FC236}">
                <a16:creationId xmlns:a16="http://schemas.microsoft.com/office/drawing/2014/main" id="{4494B5F4-9D35-9A5F-B5A2-06FAB9463FD0}"/>
              </a:ext>
            </a:extLst>
          </p:cNvPr>
          <p:cNvGrpSpPr/>
          <p:nvPr userDrawn="1"/>
        </p:nvGrpSpPr>
        <p:grpSpPr>
          <a:xfrm>
            <a:off x="-2579659" y="3714818"/>
            <a:ext cx="2144619" cy="2625866"/>
            <a:chOff x="-2608729" y="1272988"/>
            <a:chExt cx="2064454" cy="3585883"/>
          </a:xfrm>
        </p:grpSpPr>
        <p:sp>
          <p:nvSpPr>
            <p:cNvPr id="10" name="Rectangle 9">
              <a:extLst>
                <a:ext uri="{FF2B5EF4-FFF2-40B4-BE49-F238E27FC236}">
                  <a16:creationId xmlns:a16="http://schemas.microsoft.com/office/drawing/2014/main" id="{906AF7B4-37A8-19D5-C1A0-CD89BC895CF3}"/>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2" name="Rectangle 11">
              <a:extLst>
                <a:ext uri="{FF2B5EF4-FFF2-40B4-BE49-F238E27FC236}">
                  <a16:creationId xmlns:a16="http://schemas.microsoft.com/office/drawing/2014/main" id="{9AD96B56-AED5-6EE7-86FC-8D92A37B7467}"/>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4" name="Rectangle 13">
              <a:extLst>
                <a:ext uri="{FF2B5EF4-FFF2-40B4-BE49-F238E27FC236}">
                  <a16:creationId xmlns:a16="http://schemas.microsoft.com/office/drawing/2014/main" id="{55638BE0-2DAC-0FE6-4530-9EDED0C1F2A3}"/>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5" name="Rectangle 14">
              <a:extLst>
                <a:ext uri="{FF2B5EF4-FFF2-40B4-BE49-F238E27FC236}">
                  <a16:creationId xmlns:a16="http://schemas.microsoft.com/office/drawing/2014/main" id="{2F2FCB52-8235-AA92-C117-C9385ECDD7F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6" name="Rectangle 15">
              <a:extLst>
                <a:ext uri="{FF2B5EF4-FFF2-40B4-BE49-F238E27FC236}">
                  <a16:creationId xmlns:a16="http://schemas.microsoft.com/office/drawing/2014/main" id="{5C63AF4B-7E85-3E37-ACE9-10F174BBCB23}"/>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7" name="Rectangle 16">
              <a:extLst>
                <a:ext uri="{FF2B5EF4-FFF2-40B4-BE49-F238E27FC236}">
                  <a16:creationId xmlns:a16="http://schemas.microsoft.com/office/drawing/2014/main" id="{DED073B0-3C55-951D-A12D-B75B92277299}"/>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19" name="Rectangle 18">
              <a:extLst>
                <a:ext uri="{FF2B5EF4-FFF2-40B4-BE49-F238E27FC236}">
                  <a16:creationId xmlns:a16="http://schemas.microsoft.com/office/drawing/2014/main" id="{19B26013-5E32-5308-224D-A91F543F80BC}"/>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0EBB4975-F26E-7A60-DD9B-63FBEC4A192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1771833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tories 6 Colour">
    <p:bg>
      <p:bgPr>
        <a:solidFill>
          <a:schemeClr val="accent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noRot="1" noMove="1" noResize="1" noEditPoints="1" noAdjustHandles="1" noChangeArrowheads="1" noChangeShapeType="1"/>
          </p:cNvSpPr>
          <p:nvPr>
            <p:ph type="body" sz="quarter" idx="19" hasCustomPrompt="1"/>
          </p:nvPr>
        </p:nvSpPr>
        <p:spPr>
          <a:xfrm>
            <a:off x="-6000" y="3434990"/>
            <a:ext cx="4068399" cy="3438000"/>
          </a:xfrm>
          <a:solidFill>
            <a:srgbClr val="FFE100"/>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noRot="1" noMove="1" noResize="1" noEditPoints="1" noAdjustHandles="1" noChangeArrowheads="1" noChangeShapeType="1"/>
          </p:cNvSpPr>
          <p:nvPr>
            <p:ph type="body" sz="quarter" idx="23" hasCustomPrompt="1"/>
          </p:nvPr>
        </p:nvSpPr>
        <p:spPr>
          <a:xfrm>
            <a:off x="8129601" y="3434990"/>
            <a:ext cx="4068399" cy="3438000"/>
          </a:xfrm>
          <a:solidFill>
            <a:srgbClr val="7724FF"/>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noRot="1" noMove="1" noResize="1" noEditPoints="1" noAdjustHandles="1" noChangeArrowheads="1" noChangeShapeType="1"/>
          </p:cNvSpPr>
          <p:nvPr>
            <p:ph type="body" sz="quarter" idx="21" hasCustomPrompt="1"/>
          </p:nvPr>
        </p:nvSpPr>
        <p:spPr>
          <a:xfrm>
            <a:off x="4061801" y="3434990"/>
            <a:ext cx="4068399" cy="3438000"/>
          </a:xfrm>
          <a:solidFill>
            <a:schemeClr val="accent5"/>
          </a:solid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noRot="1" noMove="1" noResize="1" noEditPoints="1" noAdjustHandles="1" noChangeArrowheads="1" noChangeShapeType="1"/>
          </p:cNvSpPr>
          <p:nvPr userDrawn="1">
            <p:ph type="body" sz="quarter" idx="15" hasCustomPrompt="1"/>
          </p:nvPr>
        </p:nvSpPr>
        <p:spPr>
          <a:xfrm>
            <a:off x="4063001" y="0"/>
            <a:ext cx="4065999" cy="3438000"/>
          </a:xfrm>
          <a:solidFill>
            <a:srgbClr val="89D6FD"/>
          </a:solidFill>
        </p:spPr>
        <p:txBody>
          <a:bodyPr lIns="360000" tIns="251999" rIns="360000" bIns="360000" anchor="t" anchorCtr="0">
            <a:noAutofit/>
          </a:bodyPr>
          <a:lstStyle>
            <a:lvl1pPr marL="0" indent="0">
              <a:lnSpc>
                <a:spcPct val="100000"/>
              </a:lnSpc>
              <a:buNone/>
              <a:defRPr sz="3200" b="1" i="0">
                <a:solidFill>
                  <a:schemeClr val="tx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noRot="1" noMove="1" noResize="1" noEditPoints="1" noAdjustHandles="1" noChangeArrowheads="1" noChangeShapeType="1"/>
          </p:cNvSpPr>
          <p:nvPr userDrawn="1">
            <p:ph type="body" sz="quarter" idx="17" hasCustomPrompt="1"/>
          </p:nvPr>
        </p:nvSpPr>
        <p:spPr>
          <a:xfrm>
            <a:off x="8128401" y="0"/>
            <a:ext cx="4065999" cy="3438000"/>
          </a:xfrm>
          <a:solidFill>
            <a:schemeClr val="accent1"/>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noRot="1" noMove="1" noResize="1" noEditPoints="1" noAdjustHandles="1" noChangeArrowheads="1" noChangeShapeType="1"/>
          </p:cNvSpPr>
          <p:nvPr userDrawn="1">
            <p:ph type="body" sz="quarter" idx="13" hasCustomPrompt="1"/>
          </p:nvPr>
        </p:nvSpPr>
        <p:spPr>
          <a:xfrm>
            <a:off x="-2400" y="0"/>
            <a:ext cx="4065999" cy="3438000"/>
          </a:xfrm>
          <a:solidFill>
            <a:schemeClr val="accent3"/>
          </a:solidFill>
        </p:spPr>
        <p:txBody>
          <a:bodyPr lIns="360000" tIns="251999" rIns="360000" bIns="360000" anchor="t" anchorCtr="0">
            <a:noAutofit/>
          </a:bodyPr>
          <a:lstStyle>
            <a:lvl1pPr marL="0" indent="0">
              <a:lnSpc>
                <a:spcPct val="100000"/>
              </a:lnSpc>
              <a:buNone/>
              <a:defRPr sz="32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B9D22CD8-1B76-FD6F-6E70-F771A5683A72}"/>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F392E115-7F37-1119-7F72-53FC6D6CCA94}"/>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5B7DE6CE-4C3B-FC5F-1BEC-D0BA6DA9E591}"/>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272C1793-19A9-6CA3-09E8-83D2108AC2FE}"/>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6726DDA9-FC92-61A1-EDD2-948FEF6575AD}"/>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40A94D51-0E09-C480-8E07-0AA9F47C6956}"/>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0964C60-0F06-2AC0-AB07-5514A27A40D9}"/>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DB8D9241-3EA0-F8C4-B179-B0CE316C3F3F}"/>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C0B9B569-2BA1-4140-DF0B-3B4DB0A448B2}"/>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657353C9-0F88-EC32-84A1-95D58BD65A2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6555377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tories 6 White">
    <p:bg>
      <p:bgPr>
        <a:solidFill>
          <a:schemeClr val="bg1"/>
        </a:solidFill>
        <a:effectLst/>
      </p:bgPr>
    </p:bg>
    <p:spTree>
      <p:nvGrpSpPr>
        <p:cNvPr id="1" name=""/>
        <p:cNvGrpSpPr/>
        <p:nvPr/>
      </p:nvGrpSpPr>
      <p:grpSpPr>
        <a:xfrm>
          <a:off x="0" y="0"/>
          <a:ext cx="0" cy="0"/>
          <a:chOff x="0" y="0"/>
          <a:chExt cx="0" cy="0"/>
        </a:xfrm>
      </p:grpSpPr>
      <p:sp>
        <p:nvSpPr>
          <p:cNvPr id="12" name="Text Placeholder 16">
            <a:extLst>
              <a:ext uri="{FF2B5EF4-FFF2-40B4-BE49-F238E27FC236}">
                <a16:creationId xmlns:a16="http://schemas.microsoft.com/office/drawing/2014/main" id="{0A47EDF2-49FE-E4BE-4A90-E633CA0E9A75}"/>
              </a:ext>
            </a:extLst>
          </p:cNvPr>
          <p:cNvSpPr>
            <a:spLocks noGrp="1"/>
          </p:cNvSpPr>
          <p:nvPr>
            <p:ph type="body" sz="quarter" idx="19" hasCustomPrompt="1"/>
          </p:nvPr>
        </p:nvSpPr>
        <p:spPr>
          <a:xfrm>
            <a:off x="-60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6" name="Text Placeholder 16">
            <a:extLst>
              <a:ext uri="{FF2B5EF4-FFF2-40B4-BE49-F238E27FC236}">
                <a16:creationId xmlns:a16="http://schemas.microsoft.com/office/drawing/2014/main" id="{1CB40A4F-94D5-FDAE-7D86-A9BE51BF59A7}"/>
              </a:ext>
            </a:extLst>
          </p:cNvPr>
          <p:cNvSpPr>
            <a:spLocks noGrp="1"/>
          </p:cNvSpPr>
          <p:nvPr>
            <p:ph type="body" sz="quarter" idx="23" hasCustomPrompt="1"/>
          </p:nvPr>
        </p:nvSpPr>
        <p:spPr>
          <a:xfrm>
            <a:off x="8129601"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4" name="Text Placeholder 16">
            <a:extLst>
              <a:ext uri="{FF2B5EF4-FFF2-40B4-BE49-F238E27FC236}">
                <a16:creationId xmlns:a16="http://schemas.microsoft.com/office/drawing/2014/main" id="{8DBE487F-B90D-85D2-B2F2-4A052AAFEFC8}"/>
              </a:ext>
            </a:extLst>
          </p:cNvPr>
          <p:cNvSpPr>
            <a:spLocks noGrp="1"/>
          </p:cNvSpPr>
          <p:nvPr>
            <p:ph type="body" sz="quarter" idx="21" hasCustomPrompt="1"/>
          </p:nvPr>
        </p:nvSpPr>
        <p:spPr>
          <a:xfrm>
            <a:off x="4061800" y="3434990"/>
            <a:ext cx="4068399" cy="3438000"/>
          </a:xfrm>
          <a:noFill/>
        </p:spPr>
        <p:txBody>
          <a:bodyPr lIns="360000" tIns="251999" rIns="360000" bIns="360000" anchor="t" anchorCtr="0">
            <a:noAutofit/>
          </a:bodyPr>
          <a:lstStyle>
            <a:lvl1pPr marL="0" indent="0">
              <a:lnSpc>
                <a:spcPct val="100000"/>
              </a:lnSpc>
              <a:buFont typeface="Arial" panose="020B0604020202020204" pitchFamily="34" charset="0"/>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8" name="Text Placeholder 16">
            <a:extLst>
              <a:ext uri="{FF2B5EF4-FFF2-40B4-BE49-F238E27FC236}">
                <a16:creationId xmlns:a16="http://schemas.microsoft.com/office/drawing/2014/main" id="{FE9401FD-CC63-0A70-9191-E083BA72770F}"/>
              </a:ext>
            </a:extLst>
          </p:cNvPr>
          <p:cNvSpPr>
            <a:spLocks noGrp="1"/>
          </p:cNvSpPr>
          <p:nvPr userDrawn="1">
            <p:ph type="body" sz="quarter" idx="15" hasCustomPrompt="1"/>
          </p:nvPr>
        </p:nvSpPr>
        <p:spPr>
          <a:xfrm>
            <a:off x="40630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10" name="Text Placeholder 16">
            <a:extLst>
              <a:ext uri="{FF2B5EF4-FFF2-40B4-BE49-F238E27FC236}">
                <a16:creationId xmlns:a16="http://schemas.microsoft.com/office/drawing/2014/main" id="{B02955D5-8DC4-D7F6-02F8-998D0353AEA0}"/>
              </a:ext>
            </a:extLst>
          </p:cNvPr>
          <p:cNvSpPr>
            <a:spLocks noGrp="1"/>
          </p:cNvSpPr>
          <p:nvPr userDrawn="1">
            <p:ph type="body" sz="quarter" idx="17" hasCustomPrompt="1"/>
          </p:nvPr>
        </p:nvSpPr>
        <p:spPr>
          <a:xfrm>
            <a:off x="8128401"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3" name="Text Placeholder 16">
            <a:extLst>
              <a:ext uri="{FF2B5EF4-FFF2-40B4-BE49-F238E27FC236}">
                <a16:creationId xmlns:a16="http://schemas.microsoft.com/office/drawing/2014/main" id="{136FED91-06F3-7636-3A1A-3F0A275E22C7}"/>
              </a:ext>
            </a:extLst>
          </p:cNvPr>
          <p:cNvSpPr>
            <a:spLocks noGrp="1"/>
          </p:cNvSpPr>
          <p:nvPr userDrawn="1">
            <p:ph type="body" sz="quarter" idx="13" hasCustomPrompt="1"/>
          </p:nvPr>
        </p:nvSpPr>
        <p:spPr>
          <a:xfrm>
            <a:off x="-2400" y="0"/>
            <a:ext cx="4065999" cy="3438000"/>
          </a:xfrm>
          <a:noFill/>
        </p:spPr>
        <p:txBody>
          <a:bodyPr lIns="360000" tIns="251999" rIns="360000" bIns="360000" anchor="t" anchorCtr="0">
            <a:noAutofit/>
          </a:bodyPr>
          <a:lstStyle>
            <a:lvl1pPr marL="0" indent="0">
              <a:lnSpc>
                <a:spcPct val="100000"/>
              </a:lnSpc>
              <a:buNone/>
              <a:defRPr sz="3200" b="1" i="0">
                <a:solidFill>
                  <a:schemeClr val="tx2"/>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GB"/>
              <a:t>Use a big number or title here</a:t>
            </a:r>
          </a:p>
        </p:txBody>
      </p:sp>
      <p:sp>
        <p:nvSpPr>
          <p:cNvPr id="5" name="Text Placeholder 16">
            <a:extLst>
              <a:ext uri="{FF2B5EF4-FFF2-40B4-BE49-F238E27FC236}">
                <a16:creationId xmlns:a16="http://schemas.microsoft.com/office/drawing/2014/main" id="{4237589B-DD01-A40D-9C37-78DB7A75755E}"/>
              </a:ext>
            </a:extLst>
          </p:cNvPr>
          <p:cNvSpPr>
            <a:spLocks noGrp="1"/>
          </p:cNvSpPr>
          <p:nvPr userDrawn="1">
            <p:ph type="body" sz="quarter" idx="14"/>
          </p:nvPr>
        </p:nvSpPr>
        <p:spPr>
          <a:xfrm>
            <a:off x="439110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1" name="Text Placeholder 16">
            <a:extLst>
              <a:ext uri="{FF2B5EF4-FFF2-40B4-BE49-F238E27FC236}">
                <a16:creationId xmlns:a16="http://schemas.microsoft.com/office/drawing/2014/main" id="{C93E5847-2CA4-3CBD-3453-F89204655698}"/>
              </a:ext>
            </a:extLst>
          </p:cNvPr>
          <p:cNvSpPr>
            <a:spLocks noGrp="1"/>
          </p:cNvSpPr>
          <p:nvPr userDrawn="1">
            <p:ph type="body" sz="quarter" idx="18"/>
          </p:nvPr>
        </p:nvSpPr>
        <p:spPr>
          <a:xfrm>
            <a:off x="3334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9" name="Text Placeholder 16">
            <a:extLst>
              <a:ext uri="{FF2B5EF4-FFF2-40B4-BE49-F238E27FC236}">
                <a16:creationId xmlns:a16="http://schemas.microsoft.com/office/drawing/2014/main" id="{EC21CA4E-FC63-2FA9-4248-5ED07BBD9DA1}"/>
              </a:ext>
            </a:extLst>
          </p:cNvPr>
          <p:cNvSpPr>
            <a:spLocks noGrp="1"/>
          </p:cNvSpPr>
          <p:nvPr userDrawn="1">
            <p:ph type="body" sz="quarter" idx="16"/>
          </p:nvPr>
        </p:nvSpPr>
        <p:spPr>
          <a:xfrm>
            <a:off x="84487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userDrawn="1">
            <p:ph type="body" sz="quarter" idx="12"/>
          </p:nvPr>
        </p:nvSpPr>
        <p:spPr>
          <a:xfrm>
            <a:off x="333454" y="2011998"/>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3" name="Text Placeholder 16">
            <a:extLst>
              <a:ext uri="{FF2B5EF4-FFF2-40B4-BE49-F238E27FC236}">
                <a16:creationId xmlns:a16="http://schemas.microsoft.com/office/drawing/2014/main" id="{9242A159-BA4A-B2CE-6DD9-DF5029CDAFA3}"/>
              </a:ext>
            </a:extLst>
          </p:cNvPr>
          <p:cNvSpPr>
            <a:spLocks noGrp="1"/>
          </p:cNvSpPr>
          <p:nvPr userDrawn="1">
            <p:ph type="body" sz="quarter" idx="20"/>
          </p:nvPr>
        </p:nvSpPr>
        <p:spPr>
          <a:xfrm>
            <a:off x="439110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5" name="Text Placeholder 16">
            <a:extLst>
              <a:ext uri="{FF2B5EF4-FFF2-40B4-BE49-F238E27FC236}">
                <a16:creationId xmlns:a16="http://schemas.microsoft.com/office/drawing/2014/main" id="{A2AA0D06-3BAC-8E62-9183-40F7D2A9A040}"/>
              </a:ext>
            </a:extLst>
          </p:cNvPr>
          <p:cNvSpPr>
            <a:spLocks noGrp="1"/>
          </p:cNvSpPr>
          <p:nvPr userDrawn="1">
            <p:ph type="body" sz="quarter" idx="22"/>
          </p:nvPr>
        </p:nvSpPr>
        <p:spPr>
          <a:xfrm>
            <a:off x="8448754" y="5455285"/>
            <a:ext cx="3722199" cy="1417002"/>
          </a:xfrm>
        </p:spPr>
        <p:txBody>
          <a:bodyPr lIns="90000" tIns="46800" rIns="360000" bIns="324000" anchor="b" anchorCtr="0">
            <a:noAutofit/>
          </a:bodyPr>
          <a:lstStyle>
            <a:lvl1pPr marL="0" indent="0">
              <a:lnSpc>
                <a:spcPct val="100000"/>
              </a:lnSpc>
              <a:buNone/>
              <a:defRPr sz="1400" b="1" i="0">
                <a:solidFill>
                  <a:schemeClr val="tx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2" name="Rectangle 1">
            <a:extLst>
              <a:ext uri="{FF2B5EF4-FFF2-40B4-BE49-F238E27FC236}">
                <a16:creationId xmlns:a16="http://schemas.microsoft.com/office/drawing/2014/main" id="{A3E4F749-B2A6-7BE9-0325-74AB22F701BC}"/>
              </a:ext>
            </a:extLst>
          </p:cNvPr>
          <p:cNvSpPr>
            <a:spLocks noChangeArrowheads="1"/>
          </p:cNvSpPr>
          <p:nvPr userDrawn="1"/>
        </p:nvSpPr>
        <p:spPr bwMode="gray">
          <a:xfrm>
            <a:off x="-5464049"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i="0" kern="1200">
                <a:solidFill>
                  <a:srgbClr val="0D0804"/>
                </a:solidFill>
                <a:latin typeface="ING Me" panose="02000506040000020004" pitchFamily="2" charset="0"/>
                <a:ea typeface="+mn-ea"/>
                <a:cs typeface="ING Me" panose="02000506040000020004" pitchFamily="2" charset="0"/>
              </a:rPr>
              <a:t>Need a cleaner look?</a:t>
            </a:r>
            <a:endParaRPr lang="en-NL" sz="1000" b="1" i="0" kern="1200">
              <a:solidFill>
                <a:srgbClr val="0D0804"/>
              </a:solidFill>
              <a:latin typeface="ING Me" panose="02000506040000020004" pitchFamily="2" charset="0"/>
              <a:ea typeface="+mn-ea"/>
              <a:cs typeface="ING Me" panose="02000506040000020004" pitchFamily="2" charset="0"/>
            </a:endParaRPr>
          </a:p>
          <a:p>
            <a:r>
              <a:rPr lang="en-GB" sz="1000" b="0" i="0">
                <a:effectLst/>
                <a:latin typeface="ING Me" panose="02000506040000020004" pitchFamily="2" charset="0"/>
                <a:ea typeface="Times New Roman" panose="02020603050405020304" pitchFamily="18" charset="0"/>
              </a:rPr>
              <a:t> </a:t>
            </a:r>
            <a:endParaRPr lang="en-NL" sz="1000" b="0" i="0">
              <a:effectLst/>
              <a:latin typeface="ING Me" panose="02000506040000020004" pitchFamily="2" charset="0"/>
              <a:ea typeface="Times New Roman" panose="02020603050405020304" pitchFamily="18" charset="0"/>
            </a:endParaRPr>
          </a:p>
          <a:p>
            <a:r>
              <a:rPr lang="en-GB" sz="1000" b="0" i="0" kern="1200">
                <a:solidFill>
                  <a:srgbClr val="0D0804"/>
                </a:solidFill>
                <a:effectLst/>
                <a:latin typeface="ING Me" panose="02000506040000020004" pitchFamily="2" charset="0"/>
                <a:ea typeface="+mn-ea"/>
                <a:cs typeface="ING Me" panose="02000506040000020004" pitchFamily="2" charset="0"/>
              </a:rPr>
              <a:t>When you want to reduce the number of colours on your slide, use the layout variant with white boxes, orange titles and black body copy.</a:t>
            </a:r>
            <a:endParaRPr lang="en-NL" sz="1000" b="0" i="0">
              <a:effectLst/>
              <a:latin typeface="ING Me" panose="02000506040000020004" pitchFamily="2" charset="0"/>
              <a:ea typeface="Times New Roman" panose="02020603050405020304" pitchFamily="18" charset="0"/>
            </a:endParaRPr>
          </a:p>
        </p:txBody>
      </p:sp>
      <p:sp>
        <p:nvSpPr>
          <p:cNvPr id="7" name="Rectangle 6">
            <a:extLst>
              <a:ext uri="{FF2B5EF4-FFF2-40B4-BE49-F238E27FC236}">
                <a16:creationId xmlns:a16="http://schemas.microsoft.com/office/drawing/2014/main" id="{3F41DC5F-0AB3-996B-1714-AACD8F12A3EB}"/>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a:effectLst/>
                <a:latin typeface="ING Me" panose="02000506040000020004" pitchFamily="2" charset="0"/>
                <a:cs typeface="ING Me" panose="02000506040000020004" pitchFamily="2" charset="0"/>
              </a:rPr>
              <a:t> </a:t>
            </a:r>
            <a:endParaRPr lang="en-GB" sz="1000">
              <a:solidFill>
                <a:srgbClr val="0D0804"/>
              </a:solidFill>
              <a:latin typeface="ING Me" panose="02000506040000020004" pitchFamily="2" charset="0"/>
              <a:cs typeface="ING Me" panose="02000506040000020004" pitchFamily="2" charset="0"/>
            </a:endParaRPr>
          </a:p>
        </p:txBody>
      </p:sp>
      <p:grpSp>
        <p:nvGrpSpPr>
          <p:cNvPr id="17" name="Group 16">
            <a:extLst>
              <a:ext uri="{FF2B5EF4-FFF2-40B4-BE49-F238E27FC236}">
                <a16:creationId xmlns:a16="http://schemas.microsoft.com/office/drawing/2014/main" id="{0099EDCC-DABB-09ED-9977-84694FB33403}"/>
              </a:ext>
            </a:extLst>
          </p:cNvPr>
          <p:cNvGrpSpPr/>
          <p:nvPr userDrawn="1"/>
        </p:nvGrpSpPr>
        <p:grpSpPr>
          <a:xfrm>
            <a:off x="-2579659" y="3714818"/>
            <a:ext cx="2144619" cy="2625866"/>
            <a:chOff x="-2608729" y="1272988"/>
            <a:chExt cx="2064454" cy="3585883"/>
          </a:xfrm>
        </p:grpSpPr>
        <p:sp>
          <p:nvSpPr>
            <p:cNvPr id="19" name="Rectangle 18">
              <a:extLst>
                <a:ext uri="{FF2B5EF4-FFF2-40B4-BE49-F238E27FC236}">
                  <a16:creationId xmlns:a16="http://schemas.microsoft.com/office/drawing/2014/main" id="{A1D8EB7B-CCAD-6980-E706-47660EA43854}"/>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20" name="Rectangle 19">
              <a:extLst>
                <a:ext uri="{FF2B5EF4-FFF2-40B4-BE49-F238E27FC236}">
                  <a16:creationId xmlns:a16="http://schemas.microsoft.com/office/drawing/2014/main" id="{A7E6FE9C-2D04-3B19-2CEB-4F3364CBFFE3}"/>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21" name="Rectangle 20">
              <a:extLst>
                <a:ext uri="{FF2B5EF4-FFF2-40B4-BE49-F238E27FC236}">
                  <a16:creationId xmlns:a16="http://schemas.microsoft.com/office/drawing/2014/main" id="{7DFD0C28-5A75-EF06-9242-ED14A877C61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2" name="Rectangle 21">
              <a:extLst>
                <a:ext uri="{FF2B5EF4-FFF2-40B4-BE49-F238E27FC236}">
                  <a16:creationId xmlns:a16="http://schemas.microsoft.com/office/drawing/2014/main" id="{C76518F8-D3FC-E912-17B8-B8BC75D2CF88}"/>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DCD1EB3B-D483-3C26-B3C3-AC3D01BE369B}"/>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31" name="Rectangle 30">
              <a:extLst>
                <a:ext uri="{FF2B5EF4-FFF2-40B4-BE49-F238E27FC236}">
                  <a16:creationId xmlns:a16="http://schemas.microsoft.com/office/drawing/2014/main" id="{8C4A81BE-2CAD-AE73-65C0-8428CBFB1D7C}"/>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2" name="Rectangle 31">
              <a:extLst>
                <a:ext uri="{FF2B5EF4-FFF2-40B4-BE49-F238E27FC236}">
                  <a16:creationId xmlns:a16="http://schemas.microsoft.com/office/drawing/2014/main" id="{F84F9C3B-78EA-3889-EF09-E78725020750}"/>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33" name="Rectangle 32">
              <a:extLst>
                <a:ext uri="{FF2B5EF4-FFF2-40B4-BE49-F238E27FC236}">
                  <a16:creationId xmlns:a16="http://schemas.microsoft.com/office/drawing/2014/main" id="{5337469D-BBC6-AE3E-8FBF-A8BBE0E7F714}"/>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9364976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6" name="Content Placeholder 5">
            <a:extLst>
              <a:ext uri="{FF2B5EF4-FFF2-40B4-BE49-F238E27FC236}">
                <a16:creationId xmlns:a16="http://schemas.microsoft.com/office/drawing/2014/main" id="{53407E13-9DAB-4217-B395-585F1772376B}"/>
              </a:ext>
            </a:extLst>
          </p:cNvPr>
          <p:cNvSpPr>
            <a:spLocks noGrp="1"/>
          </p:cNvSpPr>
          <p:nvPr>
            <p:ph sz="quarter" idx="11"/>
          </p:nvPr>
        </p:nvSpPr>
        <p:spPr>
          <a:xfrm>
            <a:off x="273899" y="1638301"/>
            <a:ext cx="11606844" cy="4538662"/>
          </a:xfrm>
        </p:spPr>
        <p:txBody>
          <a:bodyPr/>
          <a:lstStyle/>
          <a:p>
            <a:pPr lvl="0"/>
            <a:r>
              <a:rPr lang="en-US"/>
              <a:t>Click to edit Master text styles</a:t>
            </a:r>
          </a:p>
        </p:txBody>
      </p:sp>
    </p:spTree>
    <p:extLst>
      <p:ext uri="{BB962C8B-B14F-4D97-AF65-F5344CB8AC3E}">
        <p14:creationId xmlns:p14="http://schemas.microsoft.com/office/powerpoint/2010/main" val="143627825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 Bullet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4" name="Text Placeholder 25">
            <a:extLst>
              <a:ext uri="{FF2B5EF4-FFF2-40B4-BE49-F238E27FC236}">
                <a16:creationId xmlns:a16="http://schemas.microsoft.com/office/drawing/2014/main" id="{25CC08E0-3CAE-0BBF-F8AB-3640D8189CBE}"/>
              </a:ext>
            </a:extLst>
          </p:cNvPr>
          <p:cNvSpPr>
            <a:spLocks noGrp="1"/>
          </p:cNvSpPr>
          <p:nvPr>
            <p:ph type="body" sz="quarter" idx="14" hasCustomPrompt="1"/>
          </p:nvPr>
        </p:nvSpPr>
        <p:spPr>
          <a:xfrm>
            <a:off x="273898" y="1638301"/>
            <a:ext cx="11606843" cy="4538662"/>
          </a:xfrm>
        </p:spPr>
        <p:txBody>
          <a:bodyPr>
            <a:noAutofit/>
          </a:bodyPr>
          <a:lstStyle>
            <a:lvl1pPr marL="342900" indent="-342900">
              <a:lnSpc>
                <a:spcPct val="100000"/>
              </a:lnSpc>
              <a:spcBef>
                <a:spcPts val="1000"/>
              </a:spcBef>
              <a:buFont typeface="Arial" panose="020B0604020202020204" pitchFamily="34" charset="0"/>
              <a:buChar char="•"/>
              <a:defRPr sz="1400"/>
            </a:lvl1pPr>
            <a:lvl2pPr marL="800100" indent="-342900">
              <a:buFont typeface="Arial" panose="020B0604020202020204" pitchFamily="34" charset="0"/>
              <a:buChar char="•"/>
              <a:defRPr sz="1400"/>
            </a:lvl2pPr>
            <a:lvl3pPr marL="1200150" indent="-285750">
              <a:buFont typeface="Arial" panose="020B0604020202020204" pitchFamily="34" charset="0"/>
              <a:buChar char="•"/>
              <a:defRPr sz="14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a:lvl5pPr>
            <a:lvl6pPr>
              <a:defRPr sz="1400"/>
            </a:lvl6pPr>
            <a:lvl7pPr>
              <a:defRPr sz="1400"/>
            </a:lvl7pPr>
            <a:lvl8pPr>
              <a:defRPr sz="1400"/>
            </a:lvl8pPr>
            <a:lvl9pPr>
              <a:defRPr sz="1400"/>
            </a:lvl9pPr>
          </a:lstStyle>
          <a:p>
            <a:pPr lvl="0"/>
            <a:r>
              <a:rPr lang="en-GB"/>
              <a:t>Chapter titles goes here</a:t>
            </a:r>
          </a:p>
          <a:p>
            <a:pPr lvl="0"/>
            <a:endParaRPr lang="en-GB"/>
          </a:p>
          <a:p>
            <a:pPr lvl="0"/>
            <a:endParaRPr lang="en-NL"/>
          </a:p>
        </p:txBody>
      </p:sp>
    </p:spTree>
    <p:extLst>
      <p:ext uri="{BB962C8B-B14F-4D97-AF65-F5344CB8AC3E}">
        <p14:creationId xmlns:p14="http://schemas.microsoft.com/office/powerpoint/2010/main" val="35725866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Columns Full">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514AB93A-DFCD-DE6F-A311-FB26E1E4D2CD}"/>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2" name="Rectangle 1">
            <a:extLst>
              <a:ext uri="{FF2B5EF4-FFF2-40B4-BE49-F238E27FC236}">
                <a16:creationId xmlns:a16="http://schemas.microsoft.com/office/drawing/2014/main" id="{8507F84D-D31D-16CF-D1B8-EF8FB9835A9B}"/>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Content Placeholder 5">
            <a:extLst>
              <a:ext uri="{FF2B5EF4-FFF2-40B4-BE49-F238E27FC236}">
                <a16:creationId xmlns:a16="http://schemas.microsoft.com/office/drawing/2014/main" id="{E063C1DB-DEB0-33FD-8D62-1D640A8EF369}"/>
              </a:ext>
            </a:extLst>
          </p:cNvPr>
          <p:cNvSpPr>
            <a:spLocks noGrp="1"/>
          </p:cNvSpPr>
          <p:nvPr>
            <p:ph sz="quarter" idx="11"/>
          </p:nvPr>
        </p:nvSpPr>
        <p:spPr>
          <a:xfrm>
            <a:off x="273899" y="1638301"/>
            <a:ext cx="5717648" cy="4538662"/>
          </a:xfrm>
        </p:spPr>
        <p:txBody>
          <a:bodyPr/>
          <a:lstStyle/>
          <a:p>
            <a:pPr lvl="0"/>
            <a:r>
              <a:rPr lang="en-US"/>
              <a:t>Click to edit Master text styles</a:t>
            </a:r>
          </a:p>
        </p:txBody>
      </p:sp>
      <p:sp>
        <p:nvSpPr>
          <p:cNvPr id="6" name="Content Placeholder 5">
            <a:extLst>
              <a:ext uri="{FF2B5EF4-FFF2-40B4-BE49-F238E27FC236}">
                <a16:creationId xmlns:a16="http://schemas.microsoft.com/office/drawing/2014/main" id="{E93BC94D-039E-7936-A938-F287FBACDEB4}"/>
              </a:ext>
            </a:extLst>
          </p:cNvPr>
          <p:cNvSpPr>
            <a:spLocks noGrp="1"/>
          </p:cNvSpPr>
          <p:nvPr>
            <p:ph sz="quarter" idx="17"/>
          </p:nvPr>
        </p:nvSpPr>
        <p:spPr>
          <a:xfrm>
            <a:off x="6265305" y="1638301"/>
            <a:ext cx="5615438" cy="4538662"/>
          </a:xfrm>
        </p:spPr>
        <p:txBody>
          <a:bodyPr/>
          <a:lstStyle/>
          <a:p>
            <a:pPr lvl="0"/>
            <a:r>
              <a:rPr lang="en-US"/>
              <a:t>Click to edit Master text styles</a:t>
            </a:r>
          </a:p>
        </p:txBody>
      </p:sp>
    </p:spTree>
    <p:extLst>
      <p:ext uri="{BB962C8B-B14F-4D97-AF65-F5344CB8AC3E}">
        <p14:creationId xmlns:p14="http://schemas.microsoft.com/office/powerpoint/2010/main" val="417702046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5" name="Rectangle 4">
            <a:extLst>
              <a:ext uri="{FF2B5EF4-FFF2-40B4-BE49-F238E27FC236}">
                <a16:creationId xmlns:a16="http://schemas.microsoft.com/office/drawing/2014/main" id="{6803C7C5-AF04-9B4A-E5D3-9C466711C313}"/>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10" name="Content Placeholder 5">
            <a:extLst>
              <a:ext uri="{FF2B5EF4-FFF2-40B4-BE49-F238E27FC236}">
                <a16:creationId xmlns:a16="http://schemas.microsoft.com/office/drawing/2014/main" id="{F978CC39-CC25-E218-6ADA-81087515E395}"/>
              </a:ext>
            </a:extLst>
          </p:cNvPr>
          <p:cNvSpPr>
            <a:spLocks noGrp="1"/>
          </p:cNvSpPr>
          <p:nvPr>
            <p:ph sz="quarter" idx="11"/>
          </p:nvPr>
        </p:nvSpPr>
        <p:spPr>
          <a:xfrm>
            <a:off x="1797801" y="2014775"/>
            <a:ext cx="4298199" cy="4224177"/>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8290A51-607A-D068-1BB1-A06A0C6B15A0}"/>
              </a:ext>
            </a:extLst>
          </p:cNvPr>
          <p:cNvSpPr>
            <a:spLocks noGrp="1"/>
          </p:cNvSpPr>
          <p:nvPr>
            <p:ph sz="quarter" idx="18"/>
          </p:nvPr>
        </p:nvSpPr>
        <p:spPr>
          <a:xfrm>
            <a:off x="6803754" y="2014774"/>
            <a:ext cx="4298199" cy="4224177"/>
          </a:xfrm>
        </p:spPr>
        <p:txBody>
          <a:bodyPr/>
          <a:lstStyle/>
          <a:p>
            <a:pPr lvl="0"/>
            <a:r>
              <a:rPr lang="en-US"/>
              <a:t>Click to edit Master text styles</a:t>
            </a:r>
          </a:p>
        </p:txBody>
      </p:sp>
      <p:sp>
        <p:nvSpPr>
          <p:cNvPr id="13" name="Title 6">
            <a:extLst>
              <a:ext uri="{FF2B5EF4-FFF2-40B4-BE49-F238E27FC236}">
                <a16:creationId xmlns:a16="http://schemas.microsoft.com/office/drawing/2014/main" id="{ADFC6319-4CDF-563B-0524-FE3744FF0915}"/>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Tree>
    <p:extLst>
      <p:ext uri="{BB962C8B-B14F-4D97-AF65-F5344CB8AC3E}">
        <p14:creationId xmlns:p14="http://schemas.microsoft.com/office/powerpoint/2010/main" val="19921880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6" name="Title 6">
            <a:extLst>
              <a:ext uri="{FF2B5EF4-FFF2-40B4-BE49-F238E27FC236}">
                <a16:creationId xmlns:a16="http://schemas.microsoft.com/office/drawing/2014/main" id="{F6AEC3BC-AAA7-72DF-3C94-E9ABBC6E7AC3}"/>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5" name="Rectangle 4">
            <a:extLst>
              <a:ext uri="{FF2B5EF4-FFF2-40B4-BE49-F238E27FC236}">
                <a16:creationId xmlns:a16="http://schemas.microsoft.com/office/drawing/2014/main" id="{B442D5AF-CC26-2E9B-8B46-6E48874456CA}"/>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7" name="Content Placeholder 5">
            <a:extLst>
              <a:ext uri="{FF2B5EF4-FFF2-40B4-BE49-F238E27FC236}">
                <a16:creationId xmlns:a16="http://schemas.microsoft.com/office/drawing/2014/main" id="{0AA84896-5DA7-F1F8-8359-C8CDC985B5C5}"/>
              </a:ext>
            </a:extLst>
          </p:cNvPr>
          <p:cNvSpPr>
            <a:spLocks noGrp="1"/>
          </p:cNvSpPr>
          <p:nvPr>
            <p:ph sz="quarter" idx="11"/>
          </p:nvPr>
        </p:nvSpPr>
        <p:spPr>
          <a:xfrm>
            <a:off x="1048642" y="3134532"/>
            <a:ext cx="3182400" cy="2966400"/>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BCD5E543-E29F-C517-AE54-7315046AEB29}"/>
              </a:ext>
            </a:extLst>
          </p:cNvPr>
          <p:cNvSpPr>
            <a:spLocks noGrp="1"/>
          </p:cNvSpPr>
          <p:nvPr>
            <p:ph sz="quarter" idx="16"/>
          </p:nvPr>
        </p:nvSpPr>
        <p:spPr>
          <a:xfrm>
            <a:off x="4504800" y="3134531"/>
            <a:ext cx="3182400" cy="2966400"/>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F7ED2E4F-4147-4C7F-466C-B0E639EB9832}"/>
              </a:ext>
            </a:extLst>
          </p:cNvPr>
          <p:cNvSpPr>
            <a:spLocks noGrp="1"/>
          </p:cNvSpPr>
          <p:nvPr>
            <p:ph sz="quarter" idx="17"/>
          </p:nvPr>
        </p:nvSpPr>
        <p:spPr>
          <a:xfrm>
            <a:off x="7960958" y="3134531"/>
            <a:ext cx="3182400" cy="2966400"/>
          </a:xfrm>
        </p:spPr>
        <p:txBody>
          <a:bodyPr/>
          <a:lstStyle/>
          <a:p>
            <a:pPr lvl="0"/>
            <a:r>
              <a:rPr lang="en-US"/>
              <a:t>Click to edit Master text styles</a:t>
            </a:r>
          </a:p>
        </p:txBody>
      </p:sp>
    </p:spTree>
    <p:extLst>
      <p:ext uri="{BB962C8B-B14F-4D97-AF65-F5344CB8AC3E}">
        <p14:creationId xmlns:p14="http://schemas.microsoft.com/office/powerpoint/2010/main" val="40065953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C2711D-3E96-5B9A-A322-B42C5CF20FD4}"/>
              </a:ext>
            </a:extLst>
          </p:cNvPr>
          <p:cNvSpPr>
            <a:spLocks noGrp="1"/>
          </p:cNvSpPr>
          <p:nvPr>
            <p:ph type="sldNum" sz="quarter" idx="14"/>
          </p:nvPr>
        </p:nvSpPr>
        <p:spPr/>
        <p:txBody>
          <a:bodyPr/>
          <a:lstStyle/>
          <a:p>
            <a:fld id="{A56DC5C3-3BE5-034A-8352-A8E8F559C4F3}" type="slidenum">
              <a:rPr lang="en-NL" smtClean="0"/>
              <a:t>‹#›</a:t>
            </a:fld>
            <a:endParaRPr lang="en-NL"/>
          </a:p>
        </p:txBody>
      </p:sp>
      <p:sp>
        <p:nvSpPr>
          <p:cNvPr id="11" name="Title 6">
            <a:extLst>
              <a:ext uri="{FF2B5EF4-FFF2-40B4-BE49-F238E27FC236}">
                <a16:creationId xmlns:a16="http://schemas.microsoft.com/office/drawing/2014/main" id="{ACBC7F43-DF8E-0106-2D63-F79AA24F830E}"/>
              </a:ext>
            </a:extLst>
          </p:cNvPr>
          <p:cNvSpPr>
            <a:spLocks noGrp="1"/>
          </p:cNvSpPr>
          <p:nvPr>
            <p:ph type="title" hasCustomPrompt="1"/>
          </p:nvPr>
        </p:nvSpPr>
        <p:spPr>
          <a:xfrm>
            <a:off x="273899" y="249333"/>
            <a:ext cx="11606844"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7" name="Rectangle 6">
            <a:extLst>
              <a:ext uri="{FF2B5EF4-FFF2-40B4-BE49-F238E27FC236}">
                <a16:creationId xmlns:a16="http://schemas.microsoft.com/office/drawing/2014/main" id="{794F8CF4-EACE-26DE-6C75-C5F51D993687}"/>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8" name="Content Placeholder 5">
            <a:extLst>
              <a:ext uri="{FF2B5EF4-FFF2-40B4-BE49-F238E27FC236}">
                <a16:creationId xmlns:a16="http://schemas.microsoft.com/office/drawing/2014/main" id="{11DC7563-C20E-F44E-4DC9-5076D38C97A5}"/>
              </a:ext>
            </a:extLst>
          </p:cNvPr>
          <p:cNvSpPr>
            <a:spLocks noGrp="1"/>
          </p:cNvSpPr>
          <p:nvPr>
            <p:ph sz="quarter" idx="11"/>
          </p:nvPr>
        </p:nvSpPr>
        <p:spPr>
          <a:xfrm>
            <a:off x="273898" y="2014778"/>
            <a:ext cx="5578181" cy="1906294"/>
          </a:xfrm>
        </p:spPr>
        <p:txBody>
          <a:bodyPr/>
          <a:lstStyle/>
          <a:p>
            <a:pPr lvl="0"/>
            <a:r>
              <a:rPr lang="en-US"/>
              <a:t>Click to edit Master text styles</a:t>
            </a:r>
          </a:p>
        </p:txBody>
      </p:sp>
      <p:sp>
        <p:nvSpPr>
          <p:cNvPr id="9" name="Content Placeholder 5">
            <a:extLst>
              <a:ext uri="{FF2B5EF4-FFF2-40B4-BE49-F238E27FC236}">
                <a16:creationId xmlns:a16="http://schemas.microsoft.com/office/drawing/2014/main" id="{17C3E3FD-90A1-3FCC-2379-5D1C393A37AC}"/>
              </a:ext>
            </a:extLst>
          </p:cNvPr>
          <p:cNvSpPr>
            <a:spLocks noGrp="1"/>
          </p:cNvSpPr>
          <p:nvPr>
            <p:ph sz="quarter" idx="17"/>
          </p:nvPr>
        </p:nvSpPr>
        <p:spPr>
          <a:xfrm>
            <a:off x="6301659" y="2014778"/>
            <a:ext cx="5578181" cy="1906294"/>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7F341017-D1DB-6C58-D356-677822A28718}"/>
              </a:ext>
            </a:extLst>
          </p:cNvPr>
          <p:cNvSpPr>
            <a:spLocks noGrp="1"/>
          </p:cNvSpPr>
          <p:nvPr>
            <p:ph sz="quarter" idx="18"/>
          </p:nvPr>
        </p:nvSpPr>
        <p:spPr>
          <a:xfrm>
            <a:off x="273897" y="4391219"/>
            <a:ext cx="5578181" cy="1906294"/>
          </a:xfrm>
        </p:spPr>
        <p:txBody>
          <a:bodyPr/>
          <a:lstStyle/>
          <a:p>
            <a:pPr lvl="0"/>
            <a:r>
              <a:rPr lang="en-US"/>
              <a:t>Click to edit Master text styles</a:t>
            </a:r>
          </a:p>
        </p:txBody>
      </p:sp>
      <p:sp>
        <p:nvSpPr>
          <p:cNvPr id="12" name="Content Placeholder 5">
            <a:extLst>
              <a:ext uri="{FF2B5EF4-FFF2-40B4-BE49-F238E27FC236}">
                <a16:creationId xmlns:a16="http://schemas.microsoft.com/office/drawing/2014/main" id="{BB96E5F9-F8EF-2D35-971E-05042FE54137}"/>
              </a:ext>
            </a:extLst>
          </p:cNvPr>
          <p:cNvSpPr>
            <a:spLocks noGrp="1"/>
          </p:cNvSpPr>
          <p:nvPr>
            <p:ph sz="quarter" idx="19"/>
          </p:nvPr>
        </p:nvSpPr>
        <p:spPr>
          <a:xfrm>
            <a:off x="6301659" y="4391219"/>
            <a:ext cx="5578181" cy="1906294"/>
          </a:xfrm>
        </p:spPr>
        <p:txBody>
          <a:bodyPr/>
          <a:lstStyle/>
          <a:p>
            <a:pPr lvl="0"/>
            <a:r>
              <a:rPr lang="en-US"/>
              <a:t>Click to edit Master text styles</a:t>
            </a:r>
          </a:p>
        </p:txBody>
      </p:sp>
    </p:spTree>
    <p:extLst>
      <p:ext uri="{BB962C8B-B14F-4D97-AF65-F5344CB8AC3E}">
        <p14:creationId xmlns:p14="http://schemas.microsoft.com/office/powerpoint/2010/main" val="4487147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tory + Content">
    <p:bg>
      <p:bgPr>
        <a:solidFill>
          <a:schemeClr val="bg1"/>
        </a:solidFill>
        <a:effectLst/>
      </p:bgPr>
    </p:bg>
    <p:spTree>
      <p:nvGrpSpPr>
        <p:cNvPr id="1" name=""/>
        <p:cNvGrpSpPr/>
        <p:nvPr/>
      </p:nvGrpSpPr>
      <p:grpSpPr>
        <a:xfrm>
          <a:off x="0" y="0"/>
          <a:ext cx="0" cy="0"/>
          <a:chOff x="0" y="0"/>
          <a:chExt cx="0" cy="0"/>
        </a:xfrm>
      </p:grpSpPr>
      <p:sp>
        <p:nvSpPr>
          <p:cNvPr id="3" name="Text Placeholder 16">
            <a:extLst>
              <a:ext uri="{FF2B5EF4-FFF2-40B4-BE49-F238E27FC236}">
                <a16:creationId xmlns:a16="http://schemas.microsoft.com/office/drawing/2014/main" id="{136FED91-06F3-7636-3A1A-3F0A275E22C7}"/>
              </a:ext>
            </a:extLst>
          </p:cNvPr>
          <p:cNvSpPr>
            <a:spLocks noGrp="1"/>
          </p:cNvSpPr>
          <p:nvPr>
            <p:ph type="body" sz="quarter" idx="13"/>
          </p:nvPr>
        </p:nvSpPr>
        <p:spPr>
          <a:xfrm>
            <a:off x="0" y="0"/>
            <a:ext cx="6095999" cy="6858000"/>
          </a:xfrm>
          <a:solidFill>
            <a:schemeClr val="tx2"/>
          </a:solidFill>
        </p:spPr>
        <p:txBody>
          <a:bodyPr lIns="360000" tIns="251999" rIns="360000" bIns="360000" anchor="t" anchorCtr="0">
            <a:noAutofit/>
          </a:bodyPr>
          <a:lstStyle>
            <a:lvl1pPr marL="0" indent="0">
              <a:lnSpc>
                <a:spcPct val="100000"/>
              </a:lnSpc>
              <a:buNone/>
              <a:defRPr sz="3600" b="1" i="0">
                <a:solidFill>
                  <a:schemeClr val="bg1"/>
                </a:solidFill>
                <a:latin typeface="ING display" panose="020B0603030508020203" pitchFamily="34" charset="77"/>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0087D01B-6696-5359-8472-1488658CB569}"/>
              </a:ext>
            </a:extLst>
          </p:cNvPr>
          <p:cNvSpPr>
            <a:spLocks noGrp="1"/>
          </p:cNvSpPr>
          <p:nvPr>
            <p:ph type="body" sz="quarter" idx="12"/>
          </p:nvPr>
        </p:nvSpPr>
        <p:spPr>
          <a:xfrm>
            <a:off x="363933" y="5081402"/>
            <a:ext cx="5126037" cy="1417002"/>
          </a:xfrm>
        </p:spPr>
        <p:txBody>
          <a:bodyPr anchor="b" anchorCtr="0">
            <a:noAutofit/>
          </a:bodyPr>
          <a:lstStyle>
            <a:lvl1pPr marL="0" indent="0">
              <a:buNone/>
              <a:defRPr sz="2000" b="1" i="0">
                <a:solidFill>
                  <a:schemeClr val="bg1"/>
                </a:solidFill>
                <a:latin typeface="ING Me" panose="02000506040000020004" pitchFamily="2" charset="0"/>
                <a:cs typeface="ING Me" panose="02000506040000020004" pitchFamily="2" charset="0"/>
              </a:defRPr>
            </a:lvl1pPr>
            <a:lvl2pPr>
              <a:defRPr sz="5400">
                <a:solidFill>
                  <a:schemeClr val="bg1"/>
                </a:solidFill>
              </a:defRPr>
            </a:lvl2pPr>
            <a:lvl3pPr>
              <a:defRPr sz="5400">
                <a:solidFill>
                  <a:schemeClr val="bg1"/>
                </a:solidFill>
              </a:defRPr>
            </a:lvl3pPr>
            <a:lvl4pPr>
              <a:defRPr sz="5400">
                <a:solidFill>
                  <a:schemeClr val="bg1"/>
                </a:solidFill>
              </a:defRPr>
            </a:lvl4pPr>
            <a:lvl5pPr>
              <a:defRPr sz="5400">
                <a:solidFill>
                  <a:schemeClr val="bg1"/>
                </a:solidFill>
              </a:defRPr>
            </a:lvl5pPr>
          </a:lstStyle>
          <a:p>
            <a:pPr lvl="0"/>
            <a:r>
              <a:rPr lang="en-US"/>
              <a:t>Click to edit Master text styles</a:t>
            </a:r>
          </a:p>
        </p:txBody>
      </p:sp>
      <p:sp>
        <p:nvSpPr>
          <p:cNvPr id="4" name="Rectangle 3">
            <a:extLst>
              <a:ext uri="{FF2B5EF4-FFF2-40B4-BE49-F238E27FC236}">
                <a16:creationId xmlns:a16="http://schemas.microsoft.com/office/drawing/2014/main" id="{650175F0-46C9-D5CC-7B81-0675ACFCB72C}"/>
              </a:ext>
            </a:extLst>
          </p:cNvPr>
          <p:cNvSpPr>
            <a:spLocks noChangeArrowheads="1"/>
          </p:cNvSpPr>
          <p:nvPr userDrawn="1"/>
        </p:nvSpPr>
        <p:spPr bwMode="gray">
          <a:xfrm>
            <a:off x="-5464495"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NL" sz="1000" b="0" i="0">
              <a:effectLst/>
              <a:latin typeface="ING Me" panose="02000506040000020004" pitchFamily="2" charset="0"/>
              <a:ea typeface="Times New Roman" panose="02020603050405020304" pitchFamily="18" charset="0"/>
            </a:endParaRPr>
          </a:p>
        </p:txBody>
      </p:sp>
      <p:sp>
        <p:nvSpPr>
          <p:cNvPr id="5" name="Rectangle 4">
            <a:extLst>
              <a:ext uri="{FF2B5EF4-FFF2-40B4-BE49-F238E27FC236}">
                <a16:creationId xmlns:a16="http://schemas.microsoft.com/office/drawing/2014/main" id="{8BCC0D2A-EC69-C8D6-7468-CCA6988C067E}"/>
              </a:ext>
            </a:extLst>
          </p:cNvPr>
          <p:cNvSpPr>
            <a:spLocks noChangeArrowheads="1"/>
          </p:cNvSpPr>
          <p:nvPr userDrawn="1"/>
        </p:nvSpPr>
        <p:spPr bwMode="gray">
          <a:xfrm>
            <a:off x="-2783111"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i="0">
                <a:solidFill>
                  <a:srgbClr val="0D0804"/>
                </a:solidFill>
                <a:latin typeface="ING Me" panose="02000506040000020004" pitchFamily="2" charset="0"/>
                <a:cs typeface="ING Me" panose="02000506040000020004" pitchFamily="2" charset="0"/>
              </a:rPr>
              <a:t>Changing the text/background </a:t>
            </a:r>
            <a:r>
              <a:rPr lang="en-US" sz="1000" b="1" i="0" err="1">
                <a:solidFill>
                  <a:srgbClr val="0D0804"/>
                </a:solidFill>
                <a:latin typeface="ING Me" panose="02000506040000020004" pitchFamily="2" charset="0"/>
                <a:cs typeface="ING Me" panose="02000506040000020004" pitchFamily="2" charset="0"/>
              </a:rPr>
              <a:t>colour</a:t>
            </a:r>
            <a:endParaRPr lang="en-US" sz="1000" b="1" i="0">
              <a:solidFill>
                <a:srgbClr val="0D0804"/>
              </a:solidFill>
              <a:latin typeface="ING Me" panose="02000506040000020004" pitchFamily="2" charset="0"/>
              <a:cs typeface="ING Me" panose="02000506040000020004" pitchFamily="2" charset="0"/>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0D0804"/>
              </a:solidFill>
              <a:latin typeface="ING Me" panose="02000506040000020004" pitchFamily="2" charset="0"/>
              <a:cs typeface="ING Me" panose="02000506040000020004" pitchFamily="2" charset="0"/>
            </a:endParaRPr>
          </a:p>
          <a:p>
            <a:pPr>
              <a:lnSpc>
                <a:spcPct val="100000"/>
              </a:lnSpc>
              <a:spcAft>
                <a:spcPts val="800"/>
              </a:spcAft>
            </a:pP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background colour </a:t>
            </a:r>
            <a:r>
              <a:rPr lang="en-GB" sz="1000" b="0" i="0" kern="100">
                <a:effectLst/>
                <a:latin typeface="ING Me" panose="02000506040000020004" pitchFamily="2" charset="0"/>
                <a:ea typeface="Aptos" panose="020B0004020202020204" pitchFamily="34" charset="0"/>
                <a:cs typeface="ING Me" panose="02000506040000020004" pitchFamily="2" charset="0"/>
              </a:rPr>
              <a:t>of your slide, just right click on it and choose </a:t>
            </a:r>
            <a:r>
              <a:rPr lang="en-GB" sz="1000" b="1" i="0" kern="1200">
                <a:solidFill>
                  <a:srgbClr val="0D0804"/>
                </a:solidFill>
                <a:latin typeface="ING Me" panose="02000506040000020004" pitchFamily="2" charset="0"/>
                <a:ea typeface="+mn-ea"/>
                <a:cs typeface="ING Me" panose="02000506040000020004" pitchFamily="2" charset="0"/>
              </a:rPr>
              <a:t>“Format Background…”</a:t>
            </a:r>
            <a:r>
              <a:rPr lang="en-GB" sz="1000" b="0" i="0" kern="1200">
                <a:solidFill>
                  <a:srgbClr val="0D0804"/>
                </a:solidFill>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 </a:t>
            </a:r>
            <a:r>
              <a:rPr lang="en-GB" sz="1000" b="0" i="0" kern="100">
                <a:effectLst/>
                <a:latin typeface="ING Me" panose="02000506040000020004" pitchFamily="2" charset="0"/>
                <a:ea typeface="Aptos" panose="020B0004020202020204" pitchFamily="34" charset="0"/>
                <a:cs typeface="ING Me" panose="02000506040000020004" pitchFamily="2" charset="0"/>
              </a:rPr>
              <a:t>Ensure that </a:t>
            </a:r>
            <a:r>
              <a:rPr lang="en-GB" sz="1000" b="1" i="0" kern="1200">
                <a:solidFill>
                  <a:srgbClr val="0D0804"/>
                </a:solidFill>
                <a:latin typeface="ING Me" panose="02000506040000020004" pitchFamily="2" charset="0"/>
                <a:ea typeface="+mn-ea"/>
                <a:cs typeface="ING Me" panose="02000506040000020004" pitchFamily="2" charset="0"/>
              </a:rPr>
              <a:t>“Solid fill” </a:t>
            </a:r>
            <a:r>
              <a:rPr lang="en-GB" sz="1000" b="0" i="0" kern="100">
                <a:effectLst/>
                <a:latin typeface="ING Me" panose="02000506040000020004" pitchFamily="2" charset="0"/>
                <a:ea typeface="Aptos" panose="020B0004020202020204" pitchFamily="34" charset="0"/>
                <a:cs typeface="ING Me" panose="02000506040000020004" pitchFamily="2" charset="0"/>
              </a:rPr>
              <a:t>is selected and choose one of our secondary brand colours by clicking the paint bucket icon next to “Colour”.</a:t>
            </a:r>
            <a:br>
              <a:rPr lang="en-GB" sz="1000" b="0" i="0" kern="100">
                <a:effectLst/>
                <a:latin typeface="ING Me" panose="02000506040000020004" pitchFamily="2" charset="0"/>
                <a:ea typeface="Aptos" panose="020B0004020202020204" pitchFamily="34" charset="0"/>
                <a:cs typeface="ING Me" panose="02000506040000020004" pitchFamily="2" charset="0"/>
              </a:rPr>
            </a:br>
            <a:br>
              <a:rPr lang="en-GB" sz="1000" b="0" i="0" kern="100">
                <a:effectLst/>
                <a:latin typeface="ING Me" panose="02000506040000020004" pitchFamily="2" charset="0"/>
                <a:ea typeface="Aptos" panose="020B0004020202020204" pitchFamily="34" charset="0"/>
                <a:cs typeface="ING Me" panose="02000506040000020004" pitchFamily="2" charset="0"/>
              </a:rPr>
            </a:br>
            <a:r>
              <a:rPr lang="en-GB" sz="1000" b="0" i="0" kern="100">
                <a:effectLst/>
                <a:latin typeface="ING Me" panose="02000506040000020004" pitchFamily="2" charset="0"/>
                <a:ea typeface="Aptos" panose="020B0004020202020204" pitchFamily="34" charset="0"/>
                <a:cs typeface="ING Me" panose="02000506040000020004" pitchFamily="2" charset="0"/>
              </a:rPr>
              <a:t>To change the </a:t>
            </a:r>
            <a:r>
              <a:rPr lang="en-GB" sz="1000" b="1" i="0" kern="1200">
                <a:solidFill>
                  <a:srgbClr val="0D0804"/>
                </a:solidFill>
                <a:latin typeface="ING Me" panose="02000506040000020004" pitchFamily="2" charset="0"/>
                <a:ea typeface="+mn-ea"/>
                <a:cs typeface="ING Me" panose="02000506040000020004" pitchFamily="2" charset="0"/>
              </a:rPr>
              <a:t>text colour</a:t>
            </a:r>
            <a:r>
              <a:rPr lang="en-GB" sz="1000" b="0" i="0" kern="100">
                <a:effectLst/>
                <a:latin typeface="ING Me" panose="02000506040000020004" pitchFamily="2" charset="0"/>
                <a:ea typeface="Aptos" panose="020B0004020202020204" pitchFamily="34" charset="0"/>
                <a:cs typeface="ING Me" panose="02000506040000020004" pitchFamily="2" charset="0"/>
              </a:rPr>
              <a:t>, select the text you want to change and navigate to the </a:t>
            </a:r>
            <a:r>
              <a:rPr lang="en-GB" sz="1000" b="1" i="0" kern="1200">
                <a:solidFill>
                  <a:srgbClr val="0D0804"/>
                </a:solidFill>
                <a:latin typeface="ING Me" panose="02000506040000020004" pitchFamily="2" charset="0"/>
                <a:ea typeface="+mn-ea"/>
                <a:cs typeface="ING Me" panose="02000506040000020004" pitchFamily="2" charset="0"/>
              </a:rPr>
              <a:t>“Home” </a:t>
            </a:r>
            <a:r>
              <a:rPr lang="en-GB" sz="1000" b="0" i="0" kern="100">
                <a:effectLst/>
                <a:latin typeface="ING Me" panose="02000506040000020004" pitchFamily="2" charset="0"/>
                <a:ea typeface="Aptos" panose="020B0004020202020204" pitchFamily="34" charset="0"/>
                <a:cs typeface="ING Me" panose="02000506040000020004" pitchFamily="2" charset="0"/>
              </a:rPr>
              <a:t>tab. Here you will find the </a:t>
            </a:r>
            <a:r>
              <a:rPr lang="en-GB" sz="1000" b="1" i="0" kern="1200">
                <a:solidFill>
                  <a:srgbClr val="0D0804"/>
                </a:solidFill>
                <a:latin typeface="ING Me" panose="02000506040000020004" pitchFamily="2" charset="0"/>
                <a:ea typeface="+mn-ea"/>
                <a:cs typeface="ING Me" panose="02000506040000020004" pitchFamily="2" charset="0"/>
              </a:rPr>
              <a:t>“Font Colour” </a:t>
            </a:r>
            <a:r>
              <a:rPr lang="en-GB" sz="1000" b="0" i="0" kern="100">
                <a:effectLst/>
                <a:latin typeface="ING Me" panose="02000506040000020004" pitchFamily="2" charset="0"/>
                <a:ea typeface="Aptos" panose="020B0004020202020204" pitchFamily="34" charset="0"/>
                <a:cs typeface="ING Me" panose="02000506040000020004" pitchFamily="2" charset="0"/>
              </a:rPr>
              <a:t>button next to the font size and highlight options. Click on this and select either white or black colour swatch.</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pPr>
            <a:r>
              <a:rPr lang="en-GB" sz="1000" b="0" i="0">
                <a:effectLst/>
                <a:latin typeface="ING Me" panose="02000506040000020004" pitchFamily="2" charset="0"/>
                <a:ea typeface="Aptos" panose="020B0004020202020204" pitchFamily="34" charset="0"/>
                <a:cs typeface="ING Me" panose="02000506040000020004" pitchFamily="2" charset="0"/>
              </a:rPr>
              <a:t>To ensure the slides remain legible, please use one of the following text/background pairings for the correct contrast:</a:t>
            </a:r>
            <a:r>
              <a:rPr lang="en-NL" sz="1000" b="0" i="0">
                <a:effectLst/>
                <a:latin typeface="ING Me" panose="02000506040000020004" pitchFamily="2" charset="0"/>
              </a:rPr>
              <a:t> </a:t>
            </a:r>
            <a:endParaRPr lang="en-GB" sz="1000" b="0" i="0">
              <a:solidFill>
                <a:srgbClr val="0D0804"/>
              </a:solidFill>
              <a:latin typeface="ING Me" panose="02000506040000020004" pitchFamily="2" charset="0"/>
              <a:cs typeface="ING Me" panose="02000506040000020004" pitchFamily="2" charset="0"/>
            </a:endParaRPr>
          </a:p>
        </p:txBody>
      </p:sp>
      <p:sp>
        <p:nvSpPr>
          <p:cNvPr id="8" name="Content Placeholder 5">
            <a:extLst>
              <a:ext uri="{FF2B5EF4-FFF2-40B4-BE49-F238E27FC236}">
                <a16:creationId xmlns:a16="http://schemas.microsoft.com/office/drawing/2014/main" id="{6CEDECA3-3866-2D96-0C73-8B83F2938229}"/>
              </a:ext>
            </a:extLst>
          </p:cNvPr>
          <p:cNvSpPr>
            <a:spLocks noGrp="1"/>
          </p:cNvSpPr>
          <p:nvPr>
            <p:ph sz="quarter" idx="11"/>
          </p:nvPr>
        </p:nvSpPr>
        <p:spPr>
          <a:xfrm>
            <a:off x="6633273" y="635431"/>
            <a:ext cx="5067945" cy="5643132"/>
          </a:xfrm>
        </p:spPr>
        <p:txBody>
          <a:bodyPr/>
          <a:lstStyle/>
          <a:p>
            <a:pPr lvl="0"/>
            <a:r>
              <a:rPr lang="en-US"/>
              <a:t>Click to edit Master text styles</a:t>
            </a:r>
          </a:p>
        </p:txBody>
      </p:sp>
      <p:grpSp>
        <p:nvGrpSpPr>
          <p:cNvPr id="6" name="Group 5">
            <a:extLst>
              <a:ext uri="{FF2B5EF4-FFF2-40B4-BE49-F238E27FC236}">
                <a16:creationId xmlns:a16="http://schemas.microsoft.com/office/drawing/2014/main" id="{C771E2B5-A083-B402-DE86-109E1BF30D9B}"/>
              </a:ext>
            </a:extLst>
          </p:cNvPr>
          <p:cNvGrpSpPr/>
          <p:nvPr userDrawn="1"/>
        </p:nvGrpSpPr>
        <p:grpSpPr>
          <a:xfrm>
            <a:off x="-2579659" y="3714818"/>
            <a:ext cx="2144619" cy="2625866"/>
            <a:chOff x="-2608729" y="1272988"/>
            <a:chExt cx="2064454" cy="3585883"/>
          </a:xfrm>
        </p:grpSpPr>
        <p:sp>
          <p:nvSpPr>
            <p:cNvPr id="7" name="Rectangle 6">
              <a:extLst>
                <a:ext uri="{FF2B5EF4-FFF2-40B4-BE49-F238E27FC236}">
                  <a16:creationId xmlns:a16="http://schemas.microsoft.com/office/drawing/2014/main" id="{25645724-5F01-BB89-07F5-192766A6E04E}"/>
                </a:ext>
              </a:extLst>
            </p:cNvPr>
            <p:cNvSpPr/>
            <p:nvPr userDrawn="1"/>
          </p:nvSpPr>
          <p:spPr>
            <a:xfrm>
              <a:off x="-2608729" y="1272988"/>
              <a:ext cx="995082" cy="8426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latin typeface="ING Me" panose="02000506040000020004" pitchFamily="2" charset="0"/>
                </a:rPr>
                <a:t>Text</a:t>
              </a:r>
            </a:p>
          </p:txBody>
        </p:sp>
        <p:sp>
          <p:nvSpPr>
            <p:cNvPr id="16" name="Rectangle 15">
              <a:extLst>
                <a:ext uri="{FF2B5EF4-FFF2-40B4-BE49-F238E27FC236}">
                  <a16:creationId xmlns:a16="http://schemas.microsoft.com/office/drawing/2014/main" id="{F87B8DF5-8109-E9AC-BD83-8D34B3581D8B}"/>
                </a:ext>
              </a:extLst>
            </p:cNvPr>
            <p:cNvSpPr/>
            <p:nvPr userDrawn="1"/>
          </p:nvSpPr>
          <p:spPr>
            <a:xfrm>
              <a:off x="-1539357" y="1272988"/>
              <a:ext cx="995082" cy="842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2"/>
                  </a:solidFill>
                  <a:latin typeface="ING Me" panose="02000506040000020004" pitchFamily="2" charset="0"/>
                </a:rPr>
                <a:t>Text</a:t>
              </a:r>
            </a:p>
          </p:txBody>
        </p:sp>
        <p:sp>
          <p:nvSpPr>
            <p:cNvPr id="17" name="Rectangle 16">
              <a:extLst>
                <a:ext uri="{FF2B5EF4-FFF2-40B4-BE49-F238E27FC236}">
                  <a16:creationId xmlns:a16="http://schemas.microsoft.com/office/drawing/2014/main" id="{53482CE0-987A-93F3-F4C9-C81888ED44FE}"/>
                </a:ext>
              </a:extLst>
            </p:cNvPr>
            <p:cNvSpPr/>
            <p:nvPr userDrawn="1"/>
          </p:nvSpPr>
          <p:spPr>
            <a:xfrm>
              <a:off x="-2608729" y="2187388"/>
              <a:ext cx="995082" cy="8426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19" name="Rectangle 18">
              <a:extLst>
                <a:ext uri="{FF2B5EF4-FFF2-40B4-BE49-F238E27FC236}">
                  <a16:creationId xmlns:a16="http://schemas.microsoft.com/office/drawing/2014/main" id="{AF00CB7C-1FCA-F8BC-CB0B-BD087547FF07}"/>
                </a:ext>
              </a:extLst>
            </p:cNvPr>
            <p:cNvSpPr/>
            <p:nvPr userDrawn="1"/>
          </p:nvSpPr>
          <p:spPr>
            <a:xfrm>
              <a:off x="-1539357" y="2187388"/>
              <a:ext cx="995082" cy="8426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0" name="Rectangle 19">
              <a:extLst>
                <a:ext uri="{FF2B5EF4-FFF2-40B4-BE49-F238E27FC236}">
                  <a16:creationId xmlns:a16="http://schemas.microsoft.com/office/drawing/2014/main" id="{72EAA96B-A805-5AB2-DC0B-1D0ED6FD033A}"/>
                </a:ext>
              </a:extLst>
            </p:cNvPr>
            <p:cNvSpPr/>
            <p:nvPr userDrawn="1"/>
          </p:nvSpPr>
          <p:spPr>
            <a:xfrm>
              <a:off x="-2608729" y="3101788"/>
              <a:ext cx="995082" cy="84268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sp>
          <p:nvSpPr>
            <p:cNvPr id="21" name="Rectangle 20">
              <a:extLst>
                <a:ext uri="{FF2B5EF4-FFF2-40B4-BE49-F238E27FC236}">
                  <a16:creationId xmlns:a16="http://schemas.microsoft.com/office/drawing/2014/main" id="{EC2B981E-D1F7-5386-ECE5-0A882147D79B}"/>
                </a:ext>
              </a:extLst>
            </p:cNvPr>
            <p:cNvSpPr/>
            <p:nvPr userDrawn="1"/>
          </p:nvSpPr>
          <p:spPr>
            <a:xfrm>
              <a:off x="-1539357" y="3101788"/>
              <a:ext cx="995082" cy="84268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3" name="Rectangle 22">
              <a:extLst>
                <a:ext uri="{FF2B5EF4-FFF2-40B4-BE49-F238E27FC236}">
                  <a16:creationId xmlns:a16="http://schemas.microsoft.com/office/drawing/2014/main" id="{3CEBD277-7AA7-4DB2-49DC-370970CC902A}"/>
                </a:ext>
              </a:extLst>
            </p:cNvPr>
            <p:cNvSpPr/>
            <p:nvPr userDrawn="1"/>
          </p:nvSpPr>
          <p:spPr>
            <a:xfrm>
              <a:off x="-2608729" y="4016188"/>
              <a:ext cx="995082" cy="84268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bg1"/>
                  </a:solidFill>
                  <a:latin typeface="ING Me" panose="02000506040000020004" pitchFamily="2" charset="0"/>
                </a:rPr>
                <a:t>Text</a:t>
              </a:r>
            </a:p>
          </p:txBody>
        </p:sp>
        <p:sp>
          <p:nvSpPr>
            <p:cNvPr id="24" name="Rectangle 23">
              <a:extLst>
                <a:ext uri="{FF2B5EF4-FFF2-40B4-BE49-F238E27FC236}">
                  <a16:creationId xmlns:a16="http://schemas.microsoft.com/office/drawing/2014/main" id="{81FDC59E-8C9F-CA18-DD9F-611145D0E6D3}"/>
                </a:ext>
              </a:extLst>
            </p:cNvPr>
            <p:cNvSpPr/>
            <p:nvPr userDrawn="1"/>
          </p:nvSpPr>
          <p:spPr>
            <a:xfrm>
              <a:off x="-1539357" y="4016186"/>
              <a:ext cx="995082" cy="842683"/>
            </a:xfrm>
            <a:prstGeom prst="rect">
              <a:avLst/>
            </a:prstGeom>
            <a:solidFill>
              <a:srgbClr val="FFE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0" i="0">
                  <a:solidFill>
                    <a:schemeClr val="tx1"/>
                  </a:solidFill>
                  <a:latin typeface="ING Me" panose="02000506040000020004" pitchFamily="2" charset="0"/>
                </a:rPr>
                <a:t>Text</a:t>
              </a:r>
            </a:p>
          </p:txBody>
        </p:sp>
      </p:grpSp>
    </p:spTree>
    <p:extLst>
      <p:ext uri="{BB962C8B-B14F-4D97-AF65-F5344CB8AC3E}">
        <p14:creationId xmlns:p14="http://schemas.microsoft.com/office/powerpoint/2010/main" val="292655018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Image left + Title + Copy">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B702AF4A-94F9-2BE8-C30E-5C86CDDBE6B7}"/>
              </a:ext>
            </a:extLst>
          </p:cNvPr>
          <p:cNvSpPr>
            <a:spLocks noGrp="1"/>
          </p:cNvSpPr>
          <p:nvPr>
            <p:ph type="pic" sz="quarter" idx="10"/>
          </p:nvPr>
        </p:nvSpPr>
        <p:spPr>
          <a:xfrm>
            <a:off x="0"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2" name="Rectangle 1">
            <a:extLst>
              <a:ext uri="{FF2B5EF4-FFF2-40B4-BE49-F238E27FC236}">
                <a16:creationId xmlns:a16="http://schemas.microsoft.com/office/drawing/2014/main" id="{125A7168-23E6-E38C-3D1C-630FCF807E96}"/>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9FDBBE93-EBC9-64C8-B589-CAA157472CF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Text Placeholder 2">
            <a:extLst>
              <a:ext uri="{FF2B5EF4-FFF2-40B4-BE49-F238E27FC236}">
                <a16:creationId xmlns:a16="http://schemas.microsoft.com/office/drawing/2014/main" id="{19082F9D-F548-48BC-2820-4D8706FEBD49}"/>
              </a:ext>
            </a:extLst>
          </p:cNvPr>
          <p:cNvSpPr>
            <a:spLocks noGrp="1"/>
          </p:cNvSpPr>
          <p:nvPr>
            <p:ph idx="1" hasCustomPrompt="1"/>
          </p:nvPr>
        </p:nvSpPr>
        <p:spPr>
          <a:xfrm>
            <a:off x="4567935"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here</a:t>
            </a:r>
          </a:p>
        </p:txBody>
      </p:sp>
      <p:sp>
        <p:nvSpPr>
          <p:cNvPr id="10" name="Title 6">
            <a:extLst>
              <a:ext uri="{FF2B5EF4-FFF2-40B4-BE49-F238E27FC236}">
                <a16:creationId xmlns:a16="http://schemas.microsoft.com/office/drawing/2014/main" id="{38175FCA-615C-D68F-52BD-D6FE3A22F4A4}"/>
              </a:ext>
            </a:extLst>
          </p:cNvPr>
          <p:cNvSpPr>
            <a:spLocks noGrp="1"/>
          </p:cNvSpPr>
          <p:nvPr>
            <p:ph type="title" hasCustomPrompt="1"/>
          </p:nvPr>
        </p:nvSpPr>
        <p:spPr>
          <a:xfrm>
            <a:off x="4567935" y="249333"/>
            <a:ext cx="7312808"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13" name="Slide Number Placeholder 12">
            <a:extLst>
              <a:ext uri="{FF2B5EF4-FFF2-40B4-BE49-F238E27FC236}">
                <a16:creationId xmlns:a16="http://schemas.microsoft.com/office/drawing/2014/main" id="{369D51F5-DC29-C6E4-F1EF-3A4EBB5463D3}"/>
              </a:ext>
            </a:extLst>
          </p:cNvPr>
          <p:cNvSpPr>
            <a:spLocks noGrp="1"/>
          </p:cNvSpPr>
          <p:nvPr>
            <p:ph type="sldNum" sz="quarter" idx="13"/>
          </p:nvPr>
        </p:nvSpPr>
        <p:spPr/>
        <p:txBody>
          <a:bodyPr/>
          <a:lstStyle/>
          <a:p>
            <a:fld id="{A56DC5C3-3BE5-034A-8352-A8E8F559C4F3}" type="slidenum">
              <a:rPr lang="en-NL" smtClean="0"/>
              <a:pPr/>
              <a:t>‹#›</a:t>
            </a:fld>
            <a:endParaRPr lang="en-NL"/>
          </a:p>
        </p:txBody>
      </p:sp>
    </p:spTree>
    <p:extLst>
      <p:ext uri="{BB962C8B-B14F-4D97-AF65-F5344CB8AC3E}">
        <p14:creationId xmlns:p14="http://schemas.microsoft.com/office/powerpoint/2010/main" val="61043982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Image right + Title + Cop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549DD-87EE-CD1D-BAE3-5602F26E44CA}"/>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Rectangle 3">
            <a:extLst>
              <a:ext uri="{FF2B5EF4-FFF2-40B4-BE49-F238E27FC236}">
                <a16:creationId xmlns:a16="http://schemas.microsoft.com/office/drawing/2014/main" id="{D2608D4C-0627-C371-10F0-3EFA3A210F14}"/>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5" name="Picture Placeholder 6">
            <a:extLst>
              <a:ext uri="{FF2B5EF4-FFF2-40B4-BE49-F238E27FC236}">
                <a16:creationId xmlns:a16="http://schemas.microsoft.com/office/drawing/2014/main" id="{74674ED3-06B3-7887-FEC8-B264530D948A}"/>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
        <p:nvSpPr>
          <p:cNvPr id="6" name="Text Placeholder 2">
            <a:extLst>
              <a:ext uri="{FF2B5EF4-FFF2-40B4-BE49-F238E27FC236}">
                <a16:creationId xmlns:a16="http://schemas.microsoft.com/office/drawing/2014/main" id="{0F017574-AEEE-146D-22D3-0A954FAB17B0}"/>
              </a:ext>
            </a:extLst>
          </p:cNvPr>
          <p:cNvSpPr>
            <a:spLocks noGrp="1"/>
          </p:cNvSpPr>
          <p:nvPr>
            <p:ph idx="1" hasCustomPrompt="1"/>
          </p:nvPr>
        </p:nvSpPr>
        <p:spPr>
          <a:xfrm>
            <a:off x="300736" y="1638301"/>
            <a:ext cx="7312807"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GB"/>
              <a:t>Your text here</a:t>
            </a:r>
          </a:p>
        </p:txBody>
      </p:sp>
      <p:sp>
        <p:nvSpPr>
          <p:cNvPr id="10" name="Title 6">
            <a:extLst>
              <a:ext uri="{FF2B5EF4-FFF2-40B4-BE49-F238E27FC236}">
                <a16:creationId xmlns:a16="http://schemas.microsoft.com/office/drawing/2014/main" id="{A0A87380-D61B-D057-ACB5-29AB202B9DB2}"/>
              </a:ext>
            </a:extLst>
          </p:cNvPr>
          <p:cNvSpPr>
            <a:spLocks noGrp="1"/>
          </p:cNvSpPr>
          <p:nvPr>
            <p:ph type="title" hasCustomPrompt="1"/>
          </p:nvPr>
        </p:nvSpPr>
        <p:spPr>
          <a:xfrm>
            <a:off x="300735" y="249333"/>
            <a:ext cx="7312808" cy="1218485"/>
          </a:xfrm>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Tree>
    <p:extLst>
      <p:ext uri="{BB962C8B-B14F-4D97-AF65-F5344CB8AC3E}">
        <p14:creationId xmlns:p14="http://schemas.microsoft.com/office/powerpoint/2010/main" val="352144711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p:txBody>
          <a:bodyPr/>
          <a:lstStyle>
            <a:lvl1pPr>
              <a:defRPr b="1" i="0">
                <a:solidFill>
                  <a:srgbClr val="FF6200"/>
                </a:solidFill>
                <a:latin typeface="ING display" panose="020B0603030508020203" pitchFamily="34" charset="77"/>
              </a:defRPr>
            </a:lvl1pPr>
          </a:lstStyle>
          <a:p>
            <a:r>
              <a:rPr lang="en-GB"/>
              <a:t>Your title here</a:t>
            </a:r>
            <a:endParaRPr lang="en-NL"/>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NL" smtClean="0"/>
              <a:t>‹#›</a:t>
            </a:fld>
            <a:endParaRPr lang="en-NL"/>
          </a:p>
        </p:txBody>
      </p:sp>
    </p:spTree>
    <p:extLst>
      <p:ext uri="{BB962C8B-B14F-4D97-AF65-F5344CB8AC3E}">
        <p14:creationId xmlns:p14="http://schemas.microsoft.com/office/powerpoint/2010/main" val="266417391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73E001-4BEF-774D-DF9A-4502048B52A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a:t>Your title here</a:t>
            </a:r>
          </a:p>
        </p:txBody>
      </p:sp>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11" name="Text Placeholder 10">
            <a:extLst>
              <a:ext uri="{FF2B5EF4-FFF2-40B4-BE49-F238E27FC236}">
                <a16:creationId xmlns:a16="http://schemas.microsoft.com/office/drawing/2014/main" id="{FEE71307-FA48-995D-D709-CA187C6C5111}"/>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a:t>Place your subtitle here</a:t>
            </a:r>
          </a:p>
        </p:txBody>
      </p:sp>
    </p:spTree>
    <p:extLst>
      <p:ext uri="{BB962C8B-B14F-4D97-AF65-F5344CB8AC3E}">
        <p14:creationId xmlns:p14="http://schemas.microsoft.com/office/powerpoint/2010/main" val="6886974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Subtitle Content">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0DB04-103B-08FE-D4C5-F6D81FC7FAF9}"/>
              </a:ext>
            </a:extLst>
          </p:cNvPr>
          <p:cNvSpPr>
            <a:spLocks noGrp="1"/>
          </p:cNvSpPr>
          <p:nvPr>
            <p:ph type="sldNum" sz="quarter" idx="10"/>
          </p:nvPr>
        </p:nvSpPr>
        <p:spPr/>
        <p:txBody>
          <a:bodyPr/>
          <a:lstStyle/>
          <a:p>
            <a:fld id="{A56DC5C3-3BE5-034A-8352-A8E8F559C4F3}" type="slidenum">
              <a:rPr lang="en-GB" smtClean="0"/>
              <a:t>‹#›</a:t>
            </a:fld>
            <a:endParaRPr lang="en-GB"/>
          </a:p>
        </p:txBody>
      </p:sp>
      <p:sp>
        <p:nvSpPr>
          <p:cNvPr id="2" name="Rectangle 1">
            <a:extLst>
              <a:ext uri="{FF2B5EF4-FFF2-40B4-BE49-F238E27FC236}">
                <a16:creationId xmlns:a16="http://schemas.microsoft.com/office/drawing/2014/main" id="{FF6DEB29-26B5-0410-2FA6-666FB1D18680}"/>
              </a:ext>
            </a:extLst>
          </p:cNvPr>
          <p:cNvSpPr>
            <a:spLocks noChangeArrowheads="1"/>
          </p:cNvSpPr>
          <p:nvPr userDrawn="1"/>
        </p:nvSpPr>
        <p:spPr bwMode="gray">
          <a:xfrm>
            <a:off x="-2761947" y="0"/>
            <a:ext cx="2551524" cy="6858000"/>
          </a:xfrm>
          <a:prstGeom prst="rect">
            <a:avLst/>
          </a:prstGeom>
          <a:solidFill>
            <a:srgbClr val="F7F4F1"/>
          </a:solidFill>
          <a:ln>
            <a:noFill/>
          </a:ln>
          <a:effectLst/>
        </p:spPr>
        <p:txBody>
          <a:bodyPr wrap="square" lIns="180000" tIns="180000" rIns="180000" bIns="180000" anchor="t">
            <a:no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sz="1000" b="1" i="0">
                <a:solidFill>
                  <a:srgbClr val="0D0804"/>
                </a:solidFill>
                <a:latin typeface="ING Me" panose="02000506040000020004" pitchFamily="2" charset="0"/>
                <a:cs typeface="ING Me" panose="02000506040000020004" pitchFamily="2" charset="0"/>
              </a:rPr>
              <a:t>Copy content slides</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sz="1000" b="0" i="0">
              <a:solidFill>
                <a:srgbClr val="0D0804"/>
              </a:solidFill>
              <a:latin typeface="ING Me" panose="02000506040000020004" pitchFamily="2" charset="0"/>
              <a:cs typeface="ING Me" panose="02000506040000020004" pitchFamily="2" charset="0"/>
            </a:endParaRPr>
          </a:p>
          <a:p>
            <a:r>
              <a:rPr lang="en-GB" sz="1000" kern="1200">
                <a:solidFill>
                  <a:srgbClr val="0D0804"/>
                </a:solidFill>
                <a:effectLst/>
                <a:latin typeface="ING Me" panose="02000506040000020004" pitchFamily="2" charset="0"/>
                <a:ea typeface="+mn-ea"/>
                <a:cs typeface="ING Me" panose="02000506040000020004" pitchFamily="2" charset="0"/>
              </a:rPr>
              <a:t>Using this slide is great for sharing information with colleagues as a document, rather than in presentations.</a:t>
            </a:r>
            <a:endParaRPr lang="en-GB" sz="1000" b="0" i="0">
              <a:effectLst/>
              <a:latin typeface="ING Me" panose="02000506040000020004" pitchFamily="2" charset="0"/>
              <a:ea typeface="Times New Roman" panose="02020603050405020304" pitchFamily="18" charset="0"/>
            </a:endParaRPr>
          </a:p>
        </p:txBody>
      </p:sp>
      <p:sp>
        <p:nvSpPr>
          <p:cNvPr id="4" name="Text Placeholder 2">
            <a:extLst>
              <a:ext uri="{FF2B5EF4-FFF2-40B4-BE49-F238E27FC236}">
                <a16:creationId xmlns:a16="http://schemas.microsoft.com/office/drawing/2014/main" id="{8A382E36-2D5B-4E26-8E80-02D618119856}"/>
              </a:ext>
            </a:extLst>
          </p:cNvPr>
          <p:cNvSpPr>
            <a:spLocks noGrp="1"/>
          </p:cNvSpPr>
          <p:nvPr>
            <p:ph idx="1"/>
          </p:nvPr>
        </p:nvSpPr>
        <p:spPr>
          <a:xfrm>
            <a:off x="273899" y="1638301"/>
            <a:ext cx="11606844" cy="4538662"/>
          </a:xfrm>
          <a:prstGeom prst="rect">
            <a:avLst/>
          </a:prstGeom>
        </p:spPr>
        <p:txBody>
          <a:bodyPr vert="horz" lIns="91440" tIns="45720" rIns="91440" bIns="45720" rtlCol="0">
            <a:no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Title 6">
            <a:extLst>
              <a:ext uri="{FF2B5EF4-FFF2-40B4-BE49-F238E27FC236}">
                <a16:creationId xmlns:a16="http://schemas.microsoft.com/office/drawing/2014/main" id="{F93258A8-4C01-9A3D-E3FC-6B9D7F3B7798}"/>
              </a:ext>
            </a:extLst>
          </p:cNvPr>
          <p:cNvSpPr>
            <a:spLocks noGrp="1"/>
          </p:cNvSpPr>
          <p:nvPr>
            <p:ph type="title" hasCustomPrompt="1"/>
          </p:nvPr>
        </p:nvSpPr>
        <p:spPr>
          <a:xfrm>
            <a:off x="273899" y="249333"/>
            <a:ext cx="11606844" cy="646017"/>
          </a:xfrm>
        </p:spPr>
        <p:txBody>
          <a:bodyPr/>
          <a:lstStyle>
            <a:lvl1pPr>
              <a:defRPr b="1" i="0">
                <a:solidFill>
                  <a:srgbClr val="FF6200"/>
                </a:solidFill>
                <a:latin typeface="ING display" panose="020B0603030508020203" pitchFamily="34" charset="77"/>
              </a:defRPr>
            </a:lvl1pPr>
          </a:lstStyle>
          <a:p>
            <a:r>
              <a:rPr lang="en-GB"/>
              <a:t>Your title here</a:t>
            </a:r>
          </a:p>
        </p:txBody>
      </p:sp>
      <p:sp>
        <p:nvSpPr>
          <p:cNvPr id="5" name="Text Placeholder 10">
            <a:extLst>
              <a:ext uri="{FF2B5EF4-FFF2-40B4-BE49-F238E27FC236}">
                <a16:creationId xmlns:a16="http://schemas.microsoft.com/office/drawing/2014/main" id="{6E1C11A9-CB22-A79A-9ABA-FCC8A821EC3E}"/>
              </a:ext>
            </a:extLst>
          </p:cNvPr>
          <p:cNvSpPr>
            <a:spLocks noGrp="1"/>
          </p:cNvSpPr>
          <p:nvPr>
            <p:ph type="body" sz="quarter" idx="11" hasCustomPrompt="1"/>
          </p:nvPr>
        </p:nvSpPr>
        <p:spPr>
          <a:xfrm>
            <a:off x="274637" y="895352"/>
            <a:ext cx="11606105" cy="406400"/>
          </a:xfrm>
        </p:spPr>
        <p:txBody>
          <a:bodyPr>
            <a:noAutofit/>
          </a:bodyPr>
          <a:lstStyle>
            <a:lvl1pPr marL="0" indent="0">
              <a:buNone/>
              <a:defRPr sz="2000" b="1">
                <a:solidFill>
                  <a:srgbClr val="A69F98"/>
                </a:solidFill>
                <a:latin typeface="ING Me" panose="02000506040000020004" pitchFamily="50" charset="0"/>
                <a:cs typeface="ING Me" panose="02000506040000020004" pitchFamily="50" charset="0"/>
              </a:defRPr>
            </a:lvl1pPr>
          </a:lstStyle>
          <a:p>
            <a:pPr lvl="0"/>
            <a:r>
              <a:rPr lang="en-GB"/>
              <a:t>Place your subtitle here</a:t>
            </a:r>
          </a:p>
        </p:txBody>
      </p:sp>
    </p:spTree>
    <p:extLst>
      <p:ext uri="{BB962C8B-B14F-4D97-AF65-F5344CB8AC3E}">
        <p14:creationId xmlns:p14="http://schemas.microsoft.com/office/powerpoint/2010/main" val="77861351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926857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Thank You Identifier">
    <p:bg>
      <p:bgPr>
        <a:solidFill>
          <a:schemeClr val="accent1"/>
        </a:solidFill>
        <a:effectLst/>
      </p:bgPr>
    </p:bg>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92E7DD8-17A3-4DE5-EDCE-5125439B85E2}"/>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a:latin typeface="ING Me" panose="02000506040000020004" pitchFamily="2" charset="0"/>
                <a:cs typeface="ING Me" panose="02000506040000020004" pitchFamily="2" charset="0"/>
              </a:rPr>
              <a:t>www.ing.com</a:t>
            </a:r>
          </a:p>
        </p:txBody>
      </p:sp>
      <p:pic>
        <p:nvPicPr>
          <p:cNvPr id="3" name="Picture 2">
            <a:extLst>
              <a:ext uri="{FF2B5EF4-FFF2-40B4-BE49-F238E27FC236}">
                <a16:creationId xmlns:a16="http://schemas.microsoft.com/office/drawing/2014/main" id="{65F9F3CF-41AF-8032-F988-1B06CECFB8F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8" name="Title 7">
            <a:extLst>
              <a:ext uri="{FF2B5EF4-FFF2-40B4-BE49-F238E27FC236}">
                <a16:creationId xmlns:a16="http://schemas.microsoft.com/office/drawing/2014/main" id="{B4333236-3387-B194-032C-4F24EB019236}"/>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a:t>Thank you!</a:t>
            </a:r>
          </a:p>
        </p:txBody>
      </p:sp>
    </p:spTree>
    <p:extLst>
      <p:ext uri="{BB962C8B-B14F-4D97-AF65-F5344CB8AC3E}">
        <p14:creationId xmlns:p14="http://schemas.microsoft.com/office/powerpoint/2010/main" val="323080806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Thank You Logo">
    <p:bg>
      <p:bgPr>
        <a:solidFill>
          <a:schemeClr val="accent1"/>
        </a:solidFill>
        <a:effectLst/>
      </p:bgPr>
    </p:bg>
    <p:spTree>
      <p:nvGrpSpPr>
        <p:cNvPr id="1" name=""/>
        <p:cNvGrpSpPr/>
        <p:nvPr/>
      </p:nvGrpSpPr>
      <p:grpSpPr>
        <a:xfrm>
          <a:off x="0" y="0"/>
          <a:ext cx="0" cy="0"/>
          <a:chOff x="0" y="0"/>
          <a:chExt cx="0" cy="0"/>
        </a:xfrm>
      </p:grpSpPr>
      <p:sp>
        <p:nvSpPr>
          <p:cNvPr id="6" name="Title 20">
            <a:extLst>
              <a:ext uri="{FF2B5EF4-FFF2-40B4-BE49-F238E27FC236}">
                <a16:creationId xmlns:a16="http://schemas.microsoft.com/office/drawing/2014/main" id="{E2D70D3D-0E14-6BA3-79E7-923F02BFBB6F}"/>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a:latin typeface="ING Me" panose="02000506040000020004" pitchFamily="2" charset="0"/>
                <a:cs typeface="ING Me" panose="02000506040000020004" pitchFamily="2" charset="0"/>
              </a:rPr>
              <a:t>www.ing.com</a:t>
            </a:r>
            <a:endParaRPr lang="en-NL" sz="1200" b="1" i="0">
              <a:latin typeface="ING Me" panose="02000506040000020004" pitchFamily="2" charset="0"/>
              <a:cs typeface="ING Me" panose="02000506040000020004" pitchFamily="2" charset="0"/>
            </a:endParaRPr>
          </a:p>
        </p:txBody>
      </p:sp>
      <p:pic>
        <p:nvPicPr>
          <p:cNvPr id="4" name="Picture 3">
            <a:extLst>
              <a:ext uri="{FF2B5EF4-FFF2-40B4-BE49-F238E27FC236}">
                <a16:creationId xmlns:a16="http://schemas.microsoft.com/office/drawing/2014/main" id="{0F0803D6-6FA0-F2FA-998E-013CD7C9736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959830" y="140219"/>
            <a:ext cx="2272339" cy="928139"/>
          </a:xfrm>
          <a:prstGeom prst="rect">
            <a:avLst/>
          </a:prstGeom>
        </p:spPr>
      </p:pic>
      <p:sp>
        <p:nvSpPr>
          <p:cNvPr id="5" name="Title 7">
            <a:extLst>
              <a:ext uri="{FF2B5EF4-FFF2-40B4-BE49-F238E27FC236}">
                <a16:creationId xmlns:a16="http://schemas.microsoft.com/office/drawing/2014/main" id="{4AA3C1EC-8ADE-2ACA-562C-3275948DD0F4}"/>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1" i="0" kern="1200" dirty="0">
                <a:solidFill>
                  <a:schemeClr val="bg1"/>
                </a:solidFill>
                <a:latin typeface="ING display" panose="020B0603030508020203" pitchFamily="34" charset="77"/>
                <a:ea typeface="+mn-ea"/>
                <a:cs typeface="+mn-cs"/>
              </a:defRPr>
            </a:lvl1pPr>
          </a:lstStyle>
          <a:p>
            <a:r>
              <a:rPr lang="en-GB"/>
              <a:t>Thank you!</a:t>
            </a:r>
            <a:endParaRPr lang="en-NL"/>
          </a:p>
        </p:txBody>
      </p:sp>
    </p:spTree>
    <p:extLst>
      <p:ext uri="{BB962C8B-B14F-4D97-AF65-F5344CB8AC3E}">
        <p14:creationId xmlns:p14="http://schemas.microsoft.com/office/powerpoint/2010/main" val="23010736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End Identifier">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A515EE-46DE-23DB-1C25-5D060BD63B4C}"/>
              </a:ext>
            </a:extLst>
          </p:cNvPr>
          <p:cNvPicPr>
            <a:picLocks noChangeAspect="1"/>
          </p:cNvPicPr>
          <p:nvPr userDrawn="1"/>
        </p:nvPicPr>
        <p:blipFill>
          <a:blip r:embed="rId2"/>
          <a:stretch>
            <a:fillRect/>
          </a:stretch>
        </p:blipFill>
        <p:spPr>
          <a:xfrm>
            <a:off x="5200453" y="2414837"/>
            <a:ext cx="1791094" cy="2028326"/>
          </a:xfrm>
          <a:prstGeom prst="rect">
            <a:avLst/>
          </a:prstGeom>
        </p:spPr>
      </p:pic>
    </p:spTree>
    <p:extLst>
      <p:ext uri="{BB962C8B-B14F-4D97-AF65-F5344CB8AC3E}">
        <p14:creationId xmlns:p14="http://schemas.microsoft.com/office/powerpoint/2010/main" val="48036932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End Logo">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B8C555-4D48-7E79-098B-3526508A552B}"/>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355922" y="3701524"/>
            <a:ext cx="11480156" cy="2841484"/>
          </a:xfrm>
          <a:prstGeom prst="rect">
            <a:avLst/>
          </a:prstGeom>
        </p:spPr>
      </p:pic>
    </p:spTree>
    <p:extLst>
      <p:ext uri="{BB962C8B-B14F-4D97-AF65-F5344CB8AC3E}">
        <p14:creationId xmlns:p14="http://schemas.microsoft.com/office/powerpoint/2010/main" val="334350109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Text Content Slide">
    <p:spTree>
      <p:nvGrpSpPr>
        <p:cNvPr id="1" name=""/>
        <p:cNvGrpSpPr/>
        <p:nvPr/>
      </p:nvGrpSpPr>
      <p:grpSpPr>
        <a:xfrm>
          <a:off x="0" y="0"/>
          <a:ext cx="0" cy="0"/>
          <a:chOff x="0" y="0"/>
          <a:chExt cx="0" cy="0"/>
        </a:xfrm>
      </p:grpSpPr>
      <p:sp>
        <p:nvSpPr>
          <p:cNvPr id="9" name="Text Placeholder 2"/>
          <p:cNvSpPr>
            <a:spLocks noGrp="1"/>
          </p:cNvSpPr>
          <p:nvPr>
            <p:ph idx="1"/>
          </p:nvPr>
        </p:nvSpPr>
        <p:spPr bwMode="gray">
          <a:xfrm>
            <a:off x="845575" y="1278384"/>
            <a:ext cx="10489175" cy="4922391"/>
          </a:xfrm>
          <a:prstGeom prst="rect">
            <a:avLst/>
          </a:prstGeom>
        </p:spPr>
        <p:txBody>
          <a:bodyPr rtlCol="0">
            <a:noAutofit/>
          </a:bodyPr>
          <a:lstStyle>
            <a:lvl2pPr marL="268288" indent="-268288">
              <a:buClr>
                <a:schemeClr val="accent1"/>
              </a:buClr>
              <a:buFont typeface="ING Me" pitchFamily="2" charset="0"/>
              <a:buChar char="•"/>
              <a:defRPr/>
            </a:lvl2pPr>
            <a:lvl3pPr marL="536575" indent="-266700">
              <a:buClr>
                <a:schemeClr val="accent2"/>
              </a:buClr>
              <a:defRPr/>
            </a:lvl3pPr>
            <a:lvl4pPr marL="808038" indent="-260350">
              <a:buClr>
                <a:schemeClr val="accent3"/>
              </a:buClr>
              <a:defRPr/>
            </a:lvl4pPr>
            <a:lvl5pPr marL="1071563" indent="-252413">
              <a:buClr>
                <a:schemeClr val="accent4"/>
              </a:buCl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itle 1"/>
          <p:cNvSpPr>
            <a:spLocks noGrp="1"/>
          </p:cNvSpPr>
          <p:nvPr>
            <p:ph type="title"/>
          </p:nvPr>
        </p:nvSpPr>
        <p:spPr/>
        <p:txBody>
          <a:bodyPr/>
          <a:lstStyle/>
          <a:p>
            <a:r>
              <a:rPr lang="en-US" noProof="0"/>
              <a:t>Click to edit Master title style</a:t>
            </a:r>
            <a:endParaRPr lang="en-GB" noProof="0"/>
          </a:p>
        </p:txBody>
      </p:sp>
      <p:sp>
        <p:nvSpPr>
          <p:cNvPr id="4" name="Slide Number Placeholder 5"/>
          <p:cNvSpPr>
            <a:spLocks noGrp="1"/>
          </p:cNvSpPr>
          <p:nvPr>
            <p:ph type="sldNum" sz="quarter" idx="10"/>
          </p:nvPr>
        </p:nvSpPr>
        <p:spPr/>
        <p:txBody>
          <a:bodyPr/>
          <a:lstStyle>
            <a:lvl1pPr>
              <a:defRPr/>
            </a:lvl1pPr>
          </a:lstStyle>
          <a:p>
            <a:pPr>
              <a:defRPr/>
            </a:pPr>
            <a:fld id="{D7C47064-5E50-49C3-88DD-5EE59AF25851}" type="slidenum">
              <a:rPr lang="en-GB">
                <a:solidFill>
                  <a:srgbClr val="333333"/>
                </a:solidFill>
              </a:rPr>
              <a:pPr>
                <a:defRPr/>
              </a:pPr>
              <a:t>‹#›</a:t>
            </a:fld>
            <a:endParaRPr lang="en-GB">
              <a:solidFill>
                <a:srgbClr val="333333"/>
              </a:solidFill>
            </a:endParaRPr>
          </a:p>
        </p:txBody>
      </p:sp>
    </p:spTree>
    <p:extLst>
      <p:ext uri="{BB962C8B-B14F-4D97-AF65-F5344CB8AC3E}">
        <p14:creationId xmlns:p14="http://schemas.microsoft.com/office/powerpoint/2010/main" val="156310513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Index_2_Numbere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EA780F60-DBAF-FC97-D615-6404FA28A27C}"/>
              </a:ext>
            </a:extLst>
          </p:cNvPr>
          <p:cNvSpPr>
            <a:spLocks noGrp="1"/>
          </p:cNvSpPr>
          <p:nvPr>
            <p:ph type="body" sz="quarter" idx="14" hasCustomPrompt="1"/>
          </p:nvPr>
        </p:nvSpPr>
        <p:spPr>
          <a:xfrm>
            <a:off x="956056" y="2294682"/>
            <a:ext cx="5139944" cy="4046093"/>
          </a:xfrm>
        </p:spPr>
        <p:txBody>
          <a:bodyPr>
            <a:noAutofit/>
          </a:bodyPr>
          <a:lstStyle>
            <a:lvl1pPr marL="342900" indent="-342900">
              <a:lnSpc>
                <a:spcPct val="100000"/>
              </a:lnSpc>
              <a:buFont typeface="+mj-lt"/>
              <a:buAutoNum type="arabicPeriod"/>
              <a:defRPr sz="1400"/>
            </a:lvl1pPr>
          </a:lstStyle>
          <a:p>
            <a:pPr lvl="0"/>
            <a:r>
              <a:rPr lang="en-GB"/>
              <a:t>Chapter titles goes here</a:t>
            </a:r>
            <a:endParaRPr lang="en-NL"/>
          </a:p>
        </p:txBody>
      </p:sp>
      <p:sp>
        <p:nvSpPr>
          <p:cNvPr id="2" name="Title Placeholder 1">
            <a:extLst>
              <a:ext uri="{FF2B5EF4-FFF2-40B4-BE49-F238E27FC236}">
                <a16:creationId xmlns:a16="http://schemas.microsoft.com/office/drawing/2014/main" id="{6C94088D-DFE6-B222-B059-E86B4E57043A}"/>
              </a:ext>
            </a:extLst>
          </p:cNvPr>
          <p:cNvSpPr>
            <a:spLocks noGrp="1"/>
          </p:cNvSpPr>
          <p:nvPr>
            <p:ph type="title" hasCustomPrompt="1"/>
          </p:nvPr>
        </p:nvSpPr>
        <p:spPr>
          <a:xfrm>
            <a:off x="300736" y="256064"/>
            <a:ext cx="6496304" cy="646331"/>
          </a:xfrm>
          <a:prstGeom prst="rect">
            <a:avLst/>
          </a:prstGeom>
        </p:spPr>
        <p:txBody>
          <a:bodyPr vert="horz" lIns="91440" tIns="45720" rIns="91440" bIns="45720" rtlCol="0" anchor="t" anchorCtr="0">
            <a:spAutoFit/>
          </a:bodyPr>
          <a:lstStyle>
            <a:lvl1pPr>
              <a:defRPr b="0"/>
            </a:lvl1pPr>
          </a:lstStyle>
          <a:p>
            <a:r>
              <a:rPr lang="en-GB"/>
              <a:t>Index or Agenda</a:t>
            </a:r>
            <a:endParaRPr lang="en-US"/>
          </a:p>
        </p:txBody>
      </p:sp>
      <p:sp>
        <p:nvSpPr>
          <p:cNvPr id="6" name="Text Placeholder 21">
            <a:extLst>
              <a:ext uri="{FF2B5EF4-FFF2-40B4-BE49-F238E27FC236}">
                <a16:creationId xmlns:a16="http://schemas.microsoft.com/office/drawing/2014/main" id="{C04DBF7A-F752-9007-F136-82AF6B22E198}"/>
              </a:ext>
            </a:extLst>
          </p:cNvPr>
          <p:cNvSpPr>
            <a:spLocks noGrp="1"/>
          </p:cNvSpPr>
          <p:nvPr>
            <p:ph type="body" sz="quarter" idx="11" hasCustomPrompt="1"/>
          </p:nvPr>
        </p:nvSpPr>
        <p:spPr>
          <a:xfrm>
            <a:off x="956056" y="1700979"/>
            <a:ext cx="5167898" cy="386901"/>
          </a:xfrm>
        </p:spPr>
        <p:txBody>
          <a:bodyPr anchor="b" anchorCtr="0">
            <a:noAutofit/>
          </a:bodyPr>
          <a:lstStyle>
            <a:lvl1pPr marL="0" indent="0">
              <a:buFont typeface="Arial" panose="020B0604020202020204" pitchFamily="34" charset="0"/>
              <a:buNone/>
              <a:defRPr sz="2000" b="1" i="0">
                <a:solidFill>
                  <a:schemeClr val="tx1"/>
                </a:solidFill>
                <a:latin typeface="ING Me" panose="02000506040000020004" pitchFamily="2" charset="0"/>
                <a:cs typeface="ING Me" panose="02000506040000020004" pitchFamily="2" charset="0"/>
              </a:defRPr>
            </a:lvl1pPr>
          </a:lstStyle>
          <a:p>
            <a:pPr lvl="0"/>
            <a:r>
              <a:rPr lang="en-GB"/>
              <a:t>One headline</a:t>
            </a:r>
            <a:endParaRPr lang="en-NL"/>
          </a:p>
        </p:txBody>
      </p:sp>
      <p:sp>
        <p:nvSpPr>
          <p:cNvPr id="5" name="Rectangle 4">
            <a:extLst>
              <a:ext uri="{FF2B5EF4-FFF2-40B4-BE49-F238E27FC236}">
                <a16:creationId xmlns:a16="http://schemas.microsoft.com/office/drawing/2014/main" id="{04034001-09C0-B286-2AFD-015B6E1086C7}"/>
              </a:ext>
            </a:extLst>
          </p:cNvPr>
          <p:cNvSpPr>
            <a:spLocks noChangeArrowheads="1"/>
          </p:cNvSpPr>
          <p:nvPr userDrawn="1"/>
        </p:nvSpPr>
        <p:spPr bwMode="gray">
          <a:xfrm>
            <a:off x="-5504424" y="0"/>
            <a:ext cx="2551524" cy="6858000"/>
          </a:xfrm>
          <a:prstGeom prst="rect">
            <a:avLst/>
          </a:prstGeom>
          <a:solidFill>
            <a:srgbClr val="F7F4F1"/>
          </a:solidFill>
          <a:ln>
            <a:noFill/>
          </a:ln>
          <a:effectLst/>
        </p:spPr>
        <p:txBody>
          <a:bodyPr wrap="square" lIns="180000" tIns="180000" rIns="180000" bIns="180000" anchor="t">
            <a:noAutofit/>
          </a:bodyPr>
          <a:lstStyle/>
          <a:p>
            <a:r>
              <a:rPr lang="en-GB" sz="1000" b="1">
                <a:solidFill>
                  <a:srgbClr val="0D0804"/>
                </a:solidFill>
                <a:latin typeface="ING Me" panose="02000506040000020004" pitchFamily="2" charset="0"/>
                <a:cs typeface="ING Me" panose="02000506040000020004" pitchFamily="2" charset="0"/>
              </a:rPr>
              <a:t>Changing numbered lists</a:t>
            </a:r>
            <a:br>
              <a:rPr lang="en-GB" sz="1000" b="1">
                <a:solidFill>
                  <a:srgbClr val="0D0804"/>
                </a:solidFill>
                <a:latin typeface="ING Me" panose="02000506040000020004" pitchFamily="2" charset="0"/>
                <a:cs typeface="ING Me" panose="02000506040000020004" pitchFamily="2" charset="0"/>
              </a:rPr>
            </a:br>
            <a:r>
              <a:rPr lang="en-GB" sz="1000" b="1">
                <a:solidFill>
                  <a:srgbClr val="0D0804"/>
                </a:solidFill>
                <a:latin typeface="ING Me" panose="02000506040000020004" pitchFamily="2" charset="0"/>
                <a:cs typeface="ING Me" panose="02000506040000020004" pitchFamily="2" charset="0"/>
              </a:rPr>
              <a:t>to bullet points </a:t>
            </a:r>
          </a:p>
          <a:p>
            <a:endParaRPr lang="en-GB" sz="1000" b="1">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Select the text frame</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a:p>
            <a:pPr marL="171450" indent="-171450">
              <a:buFont typeface="Arial" panose="020B0604020202020204" pitchFamily="34" charset="0"/>
              <a:buChar char="•"/>
            </a:pPr>
            <a:r>
              <a:rPr lang="en-GB" sz="1000" b="0">
                <a:solidFill>
                  <a:srgbClr val="0D0804"/>
                </a:solidFill>
                <a:latin typeface="ING Me" panose="02000506040000020004" pitchFamily="2" charset="0"/>
                <a:cs typeface="ING Me" panose="02000506040000020004" pitchFamily="2" charset="0"/>
              </a:rPr>
              <a:t>In the “Home” tab click the “Bullet List” button, situation right next to the font style and “Numbering”  button </a:t>
            </a:r>
          </a:p>
          <a:p>
            <a:pPr marL="171450" indent="-171450">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9" name="Rectangle 8">
            <a:extLst>
              <a:ext uri="{FF2B5EF4-FFF2-40B4-BE49-F238E27FC236}">
                <a16:creationId xmlns:a16="http://schemas.microsoft.com/office/drawing/2014/main" id="{3206E8D0-AEA3-FC5A-C858-3A68AA935F12}"/>
              </a:ext>
            </a:extLst>
          </p:cNvPr>
          <p:cNvSpPr>
            <a:spLocks noChangeArrowheads="1"/>
          </p:cNvSpPr>
          <p:nvPr userDrawn="1"/>
        </p:nvSpPr>
        <p:spPr bwMode="gray">
          <a:xfrm>
            <a:off x="-2718863" y="0"/>
            <a:ext cx="2551524" cy="6858000"/>
          </a:xfrm>
          <a:prstGeom prst="rect">
            <a:avLst/>
          </a:prstGeom>
          <a:solidFill>
            <a:srgbClr val="F7F4F1"/>
          </a:solidFill>
          <a:ln>
            <a:noFill/>
          </a:ln>
          <a:effectLst/>
        </p:spPr>
        <p:txBody>
          <a:bodyPr wrap="square" lIns="180000" tIns="180000" rIns="180000" bIns="180000" anchor="t">
            <a:noAutofit/>
          </a:bodyPr>
          <a:lstStyle/>
          <a:p>
            <a:pPr>
              <a:lnSpc>
                <a:spcPct val="100000"/>
              </a:lnSpc>
            </a:pPr>
            <a:r>
              <a:rPr lang="en-GB" sz="1000" b="1" i="0" kern="1200">
                <a:solidFill>
                  <a:srgbClr val="0D0804"/>
                </a:solidFill>
                <a:latin typeface="ING Me" panose="02000506040000020004" pitchFamily="2" charset="0"/>
                <a:ea typeface="+mn-ea"/>
                <a:cs typeface="ING Me" panose="02000506040000020004" pitchFamily="2" charset="0"/>
              </a:rPr>
              <a:t>Changing a photo</a:t>
            </a:r>
          </a:p>
          <a:p>
            <a:pPr marL="171450" indent="-171450">
              <a:lnSpc>
                <a:spcPct val="100000"/>
              </a:lnSpc>
              <a:buFont typeface="Arial" panose="020B0604020202020204" pitchFamily="34" charset="0"/>
              <a:buChar char="•"/>
            </a:pPr>
            <a:endParaRPr lang="en-NL" sz="1000" b="0" i="0">
              <a:effectLst/>
              <a:latin typeface="ING Me" panose="02000506040000020004" pitchFamily="2" charset="0"/>
              <a:ea typeface="Times New Roman" panose="02020603050405020304" pitchFamily="18"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a new photo from our Brand site </a:t>
            </a:r>
            <a:r>
              <a:rPr lang="en-GB" sz="1000" kern="1200">
                <a:solidFill>
                  <a:srgbClr val="0D0804"/>
                </a:solidFill>
                <a:effectLst/>
                <a:latin typeface="ING Me" panose="02000506040000020004" pitchFamily="2" charset="0"/>
                <a:ea typeface="+mn-ea"/>
                <a:cs typeface="ING Me" panose="02000506040000020004" pitchFamily="2" charset="0"/>
                <a:hlinkClick r:id="rId2"/>
              </a:rPr>
              <a:t>https://brand.ing.com</a:t>
            </a:r>
            <a:r>
              <a:rPr lang="en-GB" sz="1000" kern="1200">
                <a:solidFill>
                  <a:srgbClr val="0D0804"/>
                </a:solidFill>
                <a:effectLst/>
                <a:latin typeface="ING Me" panose="02000506040000020004" pitchFamily="2" charset="0"/>
                <a:ea typeface="+mn-ea"/>
                <a:cs typeface="ING Me" panose="02000506040000020004" pitchFamily="2" charset="0"/>
              </a:rPr>
              <a:t> and save the file on your computer.</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on the existing photo and choose </a:t>
            </a:r>
            <a:r>
              <a:rPr lang="en-GB" sz="1000" b="1" i="0" kern="1200">
                <a:solidFill>
                  <a:srgbClr val="0D0804"/>
                </a:solidFill>
                <a:latin typeface="ING Me" panose="02000506040000020004" pitchFamily="2" charset="0"/>
                <a:ea typeface="+mn-ea"/>
                <a:cs typeface="ING Me" panose="02000506040000020004" pitchFamily="2" charset="0"/>
              </a:rPr>
              <a:t>“Change Picture”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and choose </a:t>
            </a:r>
            <a:r>
              <a:rPr lang="en-GB" sz="1000" b="1" i="0" kern="1200">
                <a:solidFill>
                  <a:srgbClr val="0D0804"/>
                </a:solidFill>
                <a:effectLst/>
                <a:latin typeface="ING Me" panose="02000506040000020004" pitchFamily="2" charset="0"/>
                <a:ea typeface="+mn-ea"/>
                <a:cs typeface="ING Me" panose="02000506040000020004" pitchFamily="2" charset="0"/>
              </a:rPr>
              <a:t>“</a:t>
            </a:r>
            <a:r>
              <a:rPr lang="en-GB" sz="1000" b="1" i="0" kern="1200">
                <a:solidFill>
                  <a:srgbClr val="0D0804"/>
                </a:solidFill>
                <a:latin typeface="ING Me" panose="02000506040000020004" pitchFamily="2" charset="0"/>
                <a:ea typeface="+mn-ea"/>
                <a:cs typeface="ING Me" panose="02000506040000020004" pitchFamily="2" charset="0"/>
              </a:rPr>
              <a:t>From a File…”</a:t>
            </a:r>
            <a:endParaRPr lang="en-NL" sz="1000" b="1" i="0" kern="1200">
              <a:solidFill>
                <a:srgbClr val="0D0804"/>
              </a:solidFill>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In the dialogue box, select the new photo and click </a:t>
            </a:r>
            <a:r>
              <a:rPr lang="en-GB" sz="1000" b="1" i="0" kern="1200">
                <a:solidFill>
                  <a:srgbClr val="0D0804"/>
                </a:solidFill>
                <a:effectLst/>
                <a:latin typeface="ING Me" panose="02000506040000020004" pitchFamily="2" charset="0"/>
                <a:ea typeface="+mn-ea"/>
                <a:cs typeface="ING Me" panose="02000506040000020004" pitchFamily="2" charset="0"/>
              </a:rPr>
              <a:t>“Insert”.</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347980" algn="l"/>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Finally, click on the new photo and choose </a:t>
            </a:r>
            <a:r>
              <a:rPr lang="en-GB" sz="1000" b="1" i="0" kern="1200">
                <a:solidFill>
                  <a:srgbClr val="0D0804"/>
                </a:solidFill>
                <a:effectLst/>
                <a:latin typeface="ING Me" panose="02000506040000020004" pitchFamily="2" charset="0"/>
                <a:ea typeface="+mn-ea"/>
                <a:cs typeface="ING Me" panose="02000506040000020004" pitchFamily="2" charset="0"/>
              </a:rPr>
              <a:t>“Move to Back” </a:t>
            </a:r>
            <a:r>
              <a:rPr lang="en-GB" sz="1000" kern="1200">
                <a:solidFill>
                  <a:srgbClr val="0D0804"/>
                </a:solidFill>
                <a:effectLst/>
                <a:latin typeface="ING Me" panose="02000506040000020004" pitchFamily="2" charset="0"/>
                <a:ea typeface="+mn-ea"/>
                <a:cs typeface="ING Me" panose="02000506040000020004" pitchFamily="2" charset="0"/>
              </a:rPr>
              <a:t>via the right mouse button to ensure the title is layered on top of the image.</a:t>
            </a:r>
            <a:br>
              <a:rPr lang="en-GB" sz="1000" kern="1200">
                <a:solidFill>
                  <a:srgbClr val="0D0804"/>
                </a:solidFill>
                <a:effectLst/>
                <a:latin typeface="ING Me" panose="02000506040000020004" pitchFamily="2" charset="0"/>
                <a:ea typeface="+mn-ea"/>
                <a:cs typeface="ING Me" panose="02000506040000020004" pitchFamily="2" charset="0"/>
              </a:rPr>
            </a:b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a:lnSpc>
                <a:spcPct val="100000"/>
              </a:lnSpc>
              <a:spcAft>
                <a:spcPts val="800"/>
              </a:spcAft>
            </a:pPr>
            <a:r>
              <a:rPr lang="en-GB" sz="1000" b="1" i="0" kern="1200">
                <a:solidFill>
                  <a:srgbClr val="0D0804"/>
                </a:solidFill>
                <a:effectLst/>
                <a:latin typeface="ING Me" panose="02000506040000020004" pitchFamily="2" charset="0"/>
                <a:ea typeface="+mn-ea"/>
                <a:cs typeface="ING Me" panose="02000506040000020004" pitchFamily="2" charset="0"/>
              </a:rPr>
              <a:t>Adjusting photos within image frames</a:t>
            </a:r>
            <a:endParaRPr lang="en-NL" sz="1000" b="1" i="0" kern="1200">
              <a:solidFill>
                <a:srgbClr val="0D0804"/>
              </a:solidFill>
              <a:effectLst/>
              <a:latin typeface="ING Me" panose="02000506040000020004" pitchFamily="2" charset="0"/>
              <a:ea typeface="+mn-ea"/>
              <a:cs typeface="ING Me" panose="02000506040000020004" pitchFamily="2" charset="0"/>
            </a:endParaRPr>
          </a:p>
          <a:p>
            <a:pPr>
              <a:lnSpc>
                <a:spcPct val="100000"/>
              </a:lnSpc>
              <a:spcAft>
                <a:spcPts val="800"/>
              </a:spcAft>
            </a:pPr>
            <a:r>
              <a:rPr lang="en-GB" sz="1000" kern="1200">
                <a:solidFill>
                  <a:srgbClr val="0D0804"/>
                </a:solidFill>
                <a:effectLst/>
                <a:latin typeface="ING Me" panose="02000506040000020004" pitchFamily="2" charset="0"/>
                <a:ea typeface="+mn-ea"/>
                <a:cs typeface="ING Me" panose="02000506040000020004" pitchFamily="2" charset="0"/>
              </a:rPr>
              <a:t>Sometimes a newly added photo doesn’t sit nicely in its frame and needs to be adjusted i.e. moving the subject to the centre.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Select the photo you want to adjust.</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Go to the </a:t>
            </a:r>
            <a:r>
              <a:rPr lang="en-GB" sz="1000" b="1" i="0" kern="1200">
                <a:solidFill>
                  <a:srgbClr val="0D0804"/>
                </a:solidFill>
                <a:effectLst/>
                <a:latin typeface="ING Me" panose="02000506040000020004" pitchFamily="2" charset="0"/>
                <a:ea typeface="+mn-ea"/>
                <a:cs typeface="ING Me" panose="02000506040000020004" pitchFamily="2" charset="0"/>
              </a:rPr>
              <a:t>Picture Format</a:t>
            </a:r>
            <a:r>
              <a:rPr lang="en-GB" sz="1000" kern="1200">
                <a:solidFill>
                  <a:srgbClr val="0D0804"/>
                </a:solidFill>
                <a:effectLst/>
                <a:latin typeface="ING Me" panose="02000506040000020004" pitchFamily="2" charset="0"/>
                <a:ea typeface="+mn-ea"/>
                <a:cs typeface="ING Me" panose="02000506040000020004" pitchFamily="2" charset="0"/>
              </a:rPr>
              <a:t> tab in the top navigation.</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the </a:t>
            </a:r>
            <a:r>
              <a:rPr lang="en-GB" sz="1000" b="1" i="0" kern="1200">
                <a:solidFill>
                  <a:srgbClr val="0D0804"/>
                </a:solidFill>
                <a:effectLst/>
                <a:latin typeface="ING Me" panose="02000506040000020004" pitchFamily="2" charset="0"/>
                <a:ea typeface="+mn-ea"/>
                <a:cs typeface="ING Me" panose="02000506040000020004" pitchFamily="2" charset="0"/>
              </a:rPr>
              <a:t>“Crop” </a:t>
            </a:r>
            <a:r>
              <a:rPr lang="en-GB" sz="1000" kern="1200">
                <a:solidFill>
                  <a:srgbClr val="0D0804"/>
                </a:solidFill>
                <a:effectLst/>
                <a:latin typeface="ING Me" panose="02000506040000020004" pitchFamily="2" charset="0"/>
                <a:ea typeface="+mn-ea"/>
                <a:cs typeface="ING Me" panose="02000506040000020004" pitchFamily="2" charset="0"/>
              </a:rPr>
              <a:t>button and scale or move the image within the crop box. </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Make sure that your picture is properly visible and not stretched.</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lvl="0" indent="-171450">
              <a:lnSpc>
                <a:spcPct val="100000"/>
              </a:lnSpc>
              <a:spcAft>
                <a:spcPts val="800"/>
              </a:spcAft>
              <a:buFont typeface="Arial" panose="020B0604020202020204" pitchFamily="34" charset="0"/>
              <a:buChar char="•"/>
              <a:tabLst>
                <a:tab pos="457200" algn="l"/>
              </a:tabLst>
            </a:pPr>
            <a:r>
              <a:rPr lang="en-GB" sz="1000" kern="1200">
                <a:solidFill>
                  <a:srgbClr val="0D0804"/>
                </a:solidFill>
                <a:effectLst/>
                <a:latin typeface="ING Me" panose="02000506040000020004" pitchFamily="2" charset="0"/>
                <a:ea typeface="+mn-ea"/>
                <a:cs typeface="ING Me" panose="02000506040000020004" pitchFamily="2" charset="0"/>
              </a:rPr>
              <a:t>Click outside of the photo frame to save the crop.</a:t>
            </a:r>
            <a:endParaRPr lang="en-NL" sz="1000" b="0" i="0" kern="100">
              <a:effectLst/>
              <a:latin typeface="ING Me" panose="02000506040000020004" pitchFamily="2" charset="0"/>
              <a:ea typeface="Aptos" panose="020B0004020202020204" pitchFamily="34" charset="0"/>
              <a:cs typeface="ING Me" panose="02000506040000020004" pitchFamily="2" charset="0"/>
            </a:endParaRPr>
          </a:p>
          <a:p>
            <a:pPr marL="171450" indent="-171450">
              <a:lnSpc>
                <a:spcPct val="100000"/>
              </a:lnSpc>
              <a:buFont typeface="Arial" panose="020B0604020202020204" pitchFamily="34" charset="0"/>
              <a:buChar char="•"/>
            </a:pPr>
            <a:endParaRPr lang="en-GB" sz="1000" b="0">
              <a:solidFill>
                <a:srgbClr val="0D0804"/>
              </a:solidFill>
              <a:latin typeface="ING Me" panose="02000506040000020004" pitchFamily="2" charset="0"/>
              <a:cs typeface="ING Me" panose="02000506040000020004" pitchFamily="2" charset="0"/>
            </a:endParaRPr>
          </a:p>
        </p:txBody>
      </p:sp>
      <p:sp>
        <p:nvSpPr>
          <p:cNvPr id="4" name="Picture Placeholder 6">
            <a:extLst>
              <a:ext uri="{FF2B5EF4-FFF2-40B4-BE49-F238E27FC236}">
                <a16:creationId xmlns:a16="http://schemas.microsoft.com/office/drawing/2014/main" id="{AD1FBCEC-3DAC-6852-E446-F6474EC321AF}"/>
              </a:ext>
            </a:extLst>
          </p:cNvPr>
          <p:cNvSpPr>
            <a:spLocks noGrp="1"/>
          </p:cNvSpPr>
          <p:nvPr>
            <p:ph type="pic" sz="quarter" idx="10"/>
          </p:nvPr>
        </p:nvSpPr>
        <p:spPr>
          <a:xfrm>
            <a:off x="8152677" y="0"/>
            <a:ext cx="4055651" cy="6858000"/>
          </a:xfrm>
          <a:solidFill>
            <a:srgbClr val="A69F98"/>
          </a:solidFill>
        </p:spPr>
        <p:txBody>
          <a:bodyPr anchor="ctr"/>
          <a:lstStyle>
            <a:lvl1pPr marL="0" indent="0" algn="ctr">
              <a:buNone/>
              <a:defRPr>
                <a:solidFill>
                  <a:schemeClr val="bg1"/>
                </a:solidFill>
              </a:defRPr>
            </a:lvl1pPr>
          </a:lstStyle>
          <a:p>
            <a:r>
              <a:rPr lang="en-US"/>
              <a:t>Click icon to add picture</a:t>
            </a:r>
            <a:endParaRPr lang="en-NL"/>
          </a:p>
        </p:txBody>
      </p:sp>
    </p:spTree>
    <p:extLst>
      <p:ext uri="{BB962C8B-B14F-4D97-AF65-F5344CB8AC3E}">
        <p14:creationId xmlns:p14="http://schemas.microsoft.com/office/powerpoint/2010/main" val="51827546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de-DE" noProof="0"/>
              <a:t>Bild durch Klicken auf Symbol hinzufügen</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a:t>Click to add text</a:t>
            </a:r>
          </a:p>
          <a:p>
            <a:pPr lvl="1"/>
            <a:r>
              <a:rPr lang="en-GB" noProof="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de-DE"/>
              <a:t>Mastertitelformat bearbeiten</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a:solidFill>
                  <a:srgbClr val="696969"/>
                </a:solidFill>
              </a:rPr>
              <a:t>- Copy the big picture on your screen with </a:t>
            </a:r>
            <a:r>
              <a:rPr lang="en-US" sz="1000" b="0" err="1">
                <a:solidFill>
                  <a:srgbClr val="696969"/>
                </a:solidFill>
              </a:rPr>
              <a:t>Ctrl+C</a:t>
            </a:r>
            <a:r>
              <a:rPr lang="en-US" sz="1000" b="0">
                <a:solidFill>
                  <a:srgbClr val="696969"/>
                </a:solidFill>
              </a:rPr>
              <a:t>, go back to the image placeholder on this page, and paste the photo with </a:t>
            </a:r>
            <a:r>
              <a:rPr lang="en-US" sz="1000" b="0" err="1">
                <a:solidFill>
                  <a:srgbClr val="696969"/>
                </a:solidFill>
              </a:rPr>
              <a:t>Ctrl+V</a:t>
            </a:r>
            <a:r>
              <a:rPr lang="en-US" sz="1000" b="0">
                <a:solidFill>
                  <a:srgbClr val="696969"/>
                </a:solidFill>
              </a:rPr>
              <a:t>.</a:t>
            </a:r>
          </a:p>
        </p:txBody>
      </p:sp>
    </p:spTree>
    <p:extLst>
      <p:ext uri="{BB962C8B-B14F-4D97-AF65-F5344CB8AC3E}">
        <p14:creationId xmlns:p14="http://schemas.microsoft.com/office/powerpoint/2010/main" val="3920515765"/>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End_3">
    <p:bg>
      <p:bgPr>
        <a:solidFill>
          <a:schemeClr val="accent1"/>
        </a:solidFill>
        <a:effectLst/>
      </p:bgPr>
    </p:bg>
    <p:spTree>
      <p:nvGrpSpPr>
        <p:cNvPr id="1" name=""/>
        <p:cNvGrpSpPr/>
        <p:nvPr/>
      </p:nvGrpSpPr>
      <p:grpSpPr>
        <a:xfrm>
          <a:off x="0" y="0"/>
          <a:ext cx="0" cy="0"/>
          <a:chOff x="0" y="0"/>
          <a:chExt cx="0" cy="0"/>
        </a:xfrm>
      </p:grpSpPr>
      <p:sp>
        <p:nvSpPr>
          <p:cNvPr id="4" name="Title 20">
            <a:extLst>
              <a:ext uri="{FF2B5EF4-FFF2-40B4-BE49-F238E27FC236}">
                <a16:creationId xmlns:a16="http://schemas.microsoft.com/office/drawing/2014/main" id="{D92E7DD8-17A3-4DE5-EDCE-5125439B85E2}"/>
              </a:ext>
            </a:extLst>
          </p:cNvPr>
          <p:cNvSpPr txBox="1">
            <a:spLocks/>
          </p:cNvSpPr>
          <p:nvPr userDrawn="1"/>
        </p:nvSpPr>
        <p:spPr>
          <a:xfrm>
            <a:off x="4633993" y="6292804"/>
            <a:ext cx="2929180" cy="258532"/>
          </a:xfrm>
          <a:prstGeom prst="rect">
            <a:avLst/>
          </a:prstGeom>
        </p:spPr>
        <p:txBody>
          <a:bodyPr vert="horz" lIns="91440" tIns="45720" rIns="91440" bIns="45720" rtlCol="0" anchor="b" anchorCtr="0">
            <a:spAutoFit/>
          </a:bodyPr>
          <a:lstStyle>
            <a:lvl1pPr algn="ctr" defTabSz="914400" rtl="0" eaLnBrk="1" latinLnBrk="0" hangingPunct="1">
              <a:lnSpc>
                <a:spcPct val="90000"/>
              </a:lnSpc>
              <a:spcBef>
                <a:spcPct val="0"/>
              </a:spcBef>
              <a:buNone/>
              <a:defRPr sz="7200" kern="1200">
                <a:solidFill>
                  <a:schemeClr val="bg1"/>
                </a:solidFill>
                <a:latin typeface="+mj-lt"/>
                <a:ea typeface="+mj-ea"/>
                <a:cs typeface="+mj-cs"/>
              </a:defRPr>
            </a:lvl1pPr>
          </a:lstStyle>
          <a:p>
            <a:r>
              <a:rPr lang="en-GB" sz="1200" b="1" i="0" err="1">
                <a:latin typeface="ING Me" panose="02000506040000020004" pitchFamily="2" charset="0"/>
                <a:cs typeface="ING Me" panose="02000506040000020004" pitchFamily="2" charset="0"/>
              </a:rPr>
              <a:t>www.ing.com</a:t>
            </a:r>
            <a:endParaRPr lang="en-NL" sz="1200" b="1" i="0">
              <a:latin typeface="ING Me" panose="02000506040000020004" pitchFamily="2" charset="0"/>
              <a:cs typeface="ING Me" panose="02000506040000020004" pitchFamily="2" charset="0"/>
            </a:endParaRPr>
          </a:p>
        </p:txBody>
      </p:sp>
      <p:pic>
        <p:nvPicPr>
          <p:cNvPr id="3" name="Picture 2">
            <a:extLst>
              <a:ext uri="{FF2B5EF4-FFF2-40B4-BE49-F238E27FC236}">
                <a16:creationId xmlns:a16="http://schemas.microsoft.com/office/drawing/2014/main" id="{65F9F3CF-41AF-8032-F988-1B06CECFB8F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559318" y="169114"/>
            <a:ext cx="1073363" cy="1215531"/>
          </a:xfrm>
          <a:prstGeom prst="rect">
            <a:avLst/>
          </a:prstGeom>
        </p:spPr>
      </p:pic>
      <p:sp>
        <p:nvSpPr>
          <p:cNvPr id="8" name="Title 7">
            <a:extLst>
              <a:ext uri="{FF2B5EF4-FFF2-40B4-BE49-F238E27FC236}">
                <a16:creationId xmlns:a16="http://schemas.microsoft.com/office/drawing/2014/main" id="{B4333236-3387-B194-032C-4F24EB019236}"/>
              </a:ext>
            </a:extLst>
          </p:cNvPr>
          <p:cNvSpPr>
            <a:spLocks noGrp="1"/>
          </p:cNvSpPr>
          <p:nvPr>
            <p:ph type="title" hasCustomPrompt="1"/>
          </p:nvPr>
        </p:nvSpPr>
        <p:spPr>
          <a:xfrm>
            <a:off x="1738440" y="2819757"/>
            <a:ext cx="8715118" cy="1218485"/>
          </a:xfrm>
        </p:spPr>
        <p:txBody>
          <a:bodyPr>
            <a:noAutofit/>
          </a:bodyPr>
          <a:lstStyle>
            <a:lvl1pPr marL="0" algn="ctr" defTabSz="457200" rtl="0" eaLnBrk="1" latinLnBrk="0" hangingPunct="1">
              <a:defRPr lang="en-NL" sz="7200" b="0" i="0" kern="1200" dirty="0">
                <a:solidFill>
                  <a:schemeClr val="bg1"/>
                </a:solidFill>
                <a:latin typeface="ING display" panose="020B0803030508020203" pitchFamily="34" charset="77"/>
                <a:ea typeface="+mn-ea"/>
                <a:cs typeface="+mn-cs"/>
              </a:defRPr>
            </a:lvl1pPr>
          </a:lstStyle>
          <a:p>
            <a:r>
              <a:rPr lang="en-GB"/>
              <a:t>Thank you!</a:t>
            </a:r>
            <a:endParaRPr lang="en-NL"/>
          </a:p>
        </p:txBody>
      </p:sp>
    </p:spTree>
    <p:extLst>
      <p:ext uri="{BB962C8B-B14F-4D97-AF65-F5344CB8AC3E}">
        <p14:creationId xmlns:p14="http://schemas.microsoft.com/office/powerpoint/2010/main" val="38050627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slideLayout" Target="../slideLayouts/slideLayout99.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slideLayout" Target="../slideLayouts/slideLayout98.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52" Type="http://schemas.openxmlformats.org/officeDocument/2006/relationships/theme" Target="../theme/theme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51" Type="http://schemas.openxmlformats.org/officeDocument/2006/relationships/slideLayout" Target="../slideLayouts/slideLayout100.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3899" y="249333"/>
            <a:ext cx="11606844" cy="1218485"/>
          </a:xfrm>
          <a:prstGeom prst="rect">
            <a:avLst/>
          </a:prstGeom>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273899" y="1638301"/>
            <a:ext cx="11606844" cy="453866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p:cNvSpPr>
            <a:spLocks noGrp="1"/>
          </p:cNvSpPr>
          <p:nvPr>
            <p:ph type="sldNum" sz="quarter" idx="4"/>
          </p:nvPr>
        </p:nvSpPr>
        <p:spPr>
          <a:xfrm>
            <a:off x="11398249" y="6459865"/>
            <a:ext cx="482493" cy="261610"/>
          </a:xfrm>
          <a:prstGeom prst="rect">
            <a:avLst/>
          </a:prstGeom>
        </p:spPr>
        <p:txBody>
          <a:bodyPr vert="horz" lIns="91440" tIns="45720" rIns="91440" bIns="45720" rtlCol="0" anchor="t"/>
          <a:lstStyle>
            <a:lvl1pPr algn="r">
              <a:defRPr sz="1000" b="0" i="0">
                <a:solidFill>
                  <a:schemeClr val="tx1"/>
                </a:solidFill>
                <a:latin typeface="ING Me" panose="02000506040000020004" pitchFamily="2" charset="0"/>
              </a:defRPr>
            </a:lvl1pPr>
          </a:lstStyle>
          <a:p>
            <a:fld id="{A56DC5C3-3BE5-034A-8352-A8E8F559C4F3}" type="slidenum">
              <a:rPr lang="en-NL" smtClean="0"/>
              <a:pPr/>
              <a:t>‹#›</a:t>
            </a:fld>
            <a:endParaRPr lang="en-NL"/>
          </a:p>
        </p:txBody>
      </p:sp>
    </p:spTree>
    <p:extLst>
      <p:ext uri="{BB962C8B-B14F-4D97-AF65-F5344CB8AC3E}">
        <p14:creationId xmlns:p14="http://schemas.microsoft.com/office/powerpoint/2010/main" val="2397290352"/>
      </p:ext>
    </p:extLst>
  </p:cSld>
  <p:clrMap bg1="lt1" tx1="dk1" bg2="lt2" tx2="dk2" accent1="accent1" accent2="accent2" accent3="accent3" accent4="accent4" accent5="accent5" accent6="accent6" hlink="hlink" folHlink="folHlink"/>
  <p:sldLayoutIdLst>
    <p:sldLayoutId id="2147483796" r:id="rId1"/>
    <p:sldLayoutId id="2147483783"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49" r:id="rId11"/>
    <p:sldLayoutId id="2147483850" r:id="rId12"/>
    <p:sldLayoutId id="2147483851" r:id="rId13"/>
    <p:sldLayoutId id="2147483809" r:id="rId14"/>
    <p:sldLayoutId id="2147483811" r:id="rId15"/>
    <p:sldLayoutId id="2147483813" r:id="rId16"/>
    <p:sldLayoutId id="2147483819" r:id="rId17"/>
    <p:sldLayoutId id="2147483815" r:id="rId18"/>
    <p:sldLayoutId id="2147483847" r:id="rId19"/>
    <p:sldLayoutId id="2147483844" r:id="rId20"/>
    <p:sldLayoutId id="2147483816" r:id="rId21"/>
    <p:sldLayoutId id="2147483894" r:id="rId22"/>
    <p:sldLayoutId id="2147483825" r:id="rId23"/>
    <p:sldLayoutId id="2147483901" r:id="rId24"/>
    <p:sldLayoutId id="2147483826" r:id="rId25"/>
    <p:sldLayoutId id="2147483908" r:id="rId26"/>
    <p:sldLayoutId id="2147483926" r:id="rId27"/>
    <p:sldLayoutId id="2147483910" r:id="rId28"/>
    <p:sldLayoutId id="2147483827" r:id="rId29"/>
    <p:sldLayoutId id="2147483927" r:id="rId30"/>
    <p:sldLayoutId id="2147483805" r:id="rId31"/>
    <p:sldLayoutId id="2147483934" r:id="rId32"/>
    <p:sldLayoutId id="2147483843" r:id="rId33"/>
    <p:sldLayoutId id="2147483829" r:id="rId34"/>
    <p:sldLayoutId id="2147483831" r:id="rId35"/>
    <p:sldLayoutId id="2147483834" r:id="rId36"/>
    <p:sldLayoutId id="2147483835" r:id="rId37"/>
    <p:sldLayoutId id="2147483931" r:id="rId38"/>
    <p:sldLayoutId id="2147483933" r:id="rId39"/>
    <p:sldLayoutId id="2147483928" r:id="rId40"/>
    <p:sldLayoutId id="2147483929" r:id="rId41"/>
    <p:sldLayoutId id="2147483930" r:id="rId42"/>
    <p:sldLayoutId id="2147483917" r:id="rId43"/>
    <p:sldLayoutId id="2147483840" r:id="rId44"/>
    <p:sldLayoutId id="2147483837" r:id="rId45"/>
    <p:sldLayoutId id="2147483836" r:id="rId46"/>
    <p:sldLayoutId id="2147483839" r:id="rId47"/>
    <p:sldLayoutId id="2147483940" r:id="rId48"/>
    <p:sldLayoutId id="2147483991" r:id="rId49"/>
  </p:sldLayoutIdLst>
  <p:hf hdr="0" dt="0"/>
  <p:txStyles>
    <p:titleStyle>
      <a:lvl1pPr algn="l" defTabSz="914400" rtl="0" eaLnBrk="1" latinLnBrk="0" hangingPunct="1">
        <a:lnSpc>
          <a:spcPct val="100000"/>
        </a:lnSpc>
        <a:spcBef>
          <a:spcPct val="0"/>
        </a:spcBef>
        <a:buNone/>
        <a:defRPr sz="3600" b="0" i="0" kern="1200">
          <a:solidFill>
            <a:schemeClr val="accent1"/>
          </a:solidFill>
          <a:latin typeface="ING display" panose="020B0803030508020203" pitchFamily="34" charset="77"/>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3899" y="249333"/>
            <a:ext cx="11606844" cy="1218485"/>
          </a:xfrm>
          <a:prstGeom prst="rect">
            <a:avLst/>
          </a:prstGeom>
        </p:spPr>
        <p:txBody>
          <a:bodyPr vert="horz" lIns="91440" tIns="45720" rIns="91440" bIns="45720" rtlCol="0" anchor="t" anchorCtr="0">
            <a:noAutofit/>
          </a:bodyPr>
          <a:lstStyle/>
          <a:p>
            <a:r>
              <a:rPr lang="en-US"/>
              <a:t>Click to edit Master title style</a:t>
            </a:r>
          </a:p>
        </p:txBody>
      </p:sp>
      <p:sp>
        <p:nvSpPr>
          <p:cNvPr id="3" name="Text Placeholder 2"/>
          <p:cNvSpPr>
            <a:spLocks noGrp="1"/>
          </p:cNvSpPr>
          <p:nvPr>
            <p:ph type="body" idx="1"/>
          </p:nvPr>
        </p:nvSpPr>
        <p:spPr>
          <a:xfrm>
            <a:off x="273899" y="1638301"/>
            <a:ext cx="11606844" cy="453866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p:cNvSpPr>
            <a:spLocks noGrp="1"/>
          </p:cNvSpPr>
          <p:nvPr>
            <p:ph type="sldNum" sz="quarter" idx="4"/>
          </p:nvPr>
        </p:nvSpPr>
        <p:spPr>
          <a:xfrm>
            <a:off x="11398249" y="6459865"/>
            <a:ext cx="482493" cy="261610"/>
          </a:xfrm>
          <a:prstGeom prst="rect">
            <a:avLst/>
          </a:prstGeom>
        </p:spPr>
        <p:txBody>
          <a:bodyPr vert="horz" lIns="91440" tIns="45720" rIns="91440" bIns="45720" rtlCol="0" anchor="t"/>
          <a:lstStyle>
            <a:lvl1pPr algn="r">
              <a:defRPr sz="1000" b="0" i="0">
                <a:solidFill>
                  <a:schemeClr val="tx1"/>
                </a:solidFill>
                <a:latin typeface="ING Me" panose="02000506040000020004" pitchFamily="2" charset="0"/>
              </a:defRPr>
            </a:lvl1pPr>
          </a:lstStyle>
          <a:p>
            <a:fld id="{A56DC5C3-3BE5-034A-8352-A8E8F559C4F3}" type="slidenum">
              <a:rPr lang="en-NL" smtClean="0"/>
              <a:pPr/>
              <a:t>‹#›</a:t>
            </a:fld>
            <a:endParaRPr lang="en-NL"/>
          </a:p>
        </p:txBody>
      </p:sp>
    </p:spTree>
    <p:extLst>
      <p:ext uri="{BB962C8B-B14F-4D97-AF65-F5344CB8AC3E}">
        <p14:creationId xmlns:p14="http://schemas.microsoft.com/office/powerpoint/2010/main" val="113477505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 id="2147483958" r:id="rId17"/>
    <p:sldLayoutId id="2147483959" r:id="rId18"/>
    <p:sldLayoutId id="2147483960" r:id="rId19"/>
    <p:sldLayoutId id="2147483961" r:id="rId20"/>
    <p:sldLayoutId id="2147483962" r:id="rId21"/>
    <p:sldLayoutId id="2147483963" r:id="rId22"/>
    <p:sldLayoutId id="2147483964" r:id="rId23"/>
    <p:sldLayoutId id="2147483965" r:id="rId24"/>
    <p:sldLayoutId id="2147483966" r:id="rId25"/>
    <p:sldLayoutId id="2147483967" r:id="rId26"/>
    <p:sldLayoutId id="2147483968" r:id="rId27"/>
    <p:sldLayoutId id="2147483969" r:id="rId28"/>
    <p:sldLayoutId id="2147483970" r:id="rId29"/>
    <p:sldLayoutId id="2147483971" r:id="rId30"/>
    <p:sldLayoutId id="2147483972" r:id="rId31"/>
    <p:sldLayoutId id="2147483973" r:id="rId32"/>
    <p:sldLayoutId id="2147483974" r:id="rId33"/>
    <p:sldLayoutId id="2147483975" r:id="rId34"/>
    <p:sldLayoutId id="2147483976" r:id="rId35"/>
    <p:sldLayoutId id="2147483977" r:id="rId36"/>
    <p:sldLayoutId id="2147483978" r:id="rId37"/>
    <p:sldLayoutId id="2147483979" r:id="rId38"/>
    <p:sldLayoutId id="2147483980" r:id="rId39"/>
    <p:sldLayoutId id="2147483981" r:id="rId40"/>
    <p:sldLayoutId id="2147483982" r:id="rId41"/>
    <p:sldLayoutId id="2147483983" r:id="rId42"/>
    <p:sldLayoutId id="2147483984" r:id="rId43"/>
    <p:sldLayoutId id="2147483985" r:id="rId44"/>
    <p:sldLayoutId id="2147483986" r:id="rId45"/>
    <p:sldLayoutId id="2147483987" r:id="rId46"/>
    <p:sldLayoutId id="2147483988" r:id="rId47"/>
    <p:sldLayoutId id="2147483989" r:id="rId48"/>
    <p:sldLayoutId id="2147483990" r:id="rId49"/>
    <p:sldLayoutId id="2147483992" r:id="rId50"/>
    <p:sldLayoutId id="2147483993" r:id="rId51"/>
  </p:sldLayoutIdLst>
  <p:hf hdr="0" dt="0"/>
  <p:txStyles>
    <p:titleStyle>
      <a:lvl1pPr algn="l" defTabSz="914400" rtl="0" eaLnBrk="1" latinLnBrk="0" hangingPunct="1">
        <a:lnSpc>
          <a:spcPct val="100000"/>
        </a:lnSpc>
        <a:spcBef>
          <a:spcPct val="0"/>
        </a:spcBef>
        <a:buNone/>
        <a:defRPr sz="3600" b="0" i="0" kern="1200">
          <a:solidFill>
            <a:schemeClr val="accent1"/>
          </a:solidFill>
          <a:latin typeface="ING display" panose="020B0803030508020203" pitchFamily="34" charset="77"/>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ING Me" panose="02000506040000020004" pitchFamily="2" charset="0"/>
          <a:ea typeface="+mn-ea"/>
          <a:cs typeface="ING Me" panose="0200050604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0.xml"/><Relationship Id="rId1" Type="http://schemas.openxmlformats.org/officeDocument/2006/relationships/tags" Target="../tags/tag1.x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99.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0.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1.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FC5F0DC-EB78-73FB-466B-1861DB4D3139}"/>
              </a:ext>
            </a:extLst>
          </p:cNvPr>
          <p:cNvSpPr>
            <a:spLocks noGrp="1"/>
          </p:cNvSpPr>
          <p:nvPr>
            <p:ph type="ctrTitle"/>
          </p:nvPr>
        </p:nvSpPr>
        <p:spPr>
          <a:xfrm>
            <a:off x="300736" y="3729786"/>
            <a:ext cx="11746484" cy="923330"/>
          </a:xfrm>
        </p:spPr>
        <p:txBody>
          <a:bodyPr/>
          <a:lstStyle/>
          <a:p>
            <a:r>
              <a:rPr lang="en-GB" dirty="0" err="1"/>
              <a:t>HackITall</a:t>
            </a:r>
            <a:r>
              <a:rPr lang="en-GB" dirty="0"/>
              <a:t> challenge</a:t>
            </a:r>
            <a:r>
              <a:rPr lang="en-US" b="1" dirty="0">
                <a:ea typeface="Aptos" panose="020B0004020202020204" pitchFamily="34" charset="0"/>
              </a:rPr>
              <a:t> </a:t>
            </a:r>
            <a:endParaRPr lang="en-GB" noProof="0" dirty="0"/>
          </a:p>
        </p:txBody>
      </p:sp>
      <p:sp>
        <p:nvSpPr>
          <p:cNvPr id="6" name="Text Placeholder 5">
            <a:extLst>
              <a:ext uri="{FF2B5EF4-FFF2-40B4-BE49-F238E27FC236}">
                <a16:creationId xmlns:a16="http://schemas.microsoft.com/office/drawing/2014/main" id="{DE915CB4-031C-BC7B-A2EB-23625C443901}"/>
              </a:ext>
            </a:extLst>
          </p:cNvPr>
          <p:cNvSpPr>
            <a:spLocks noGrp="1"/>
          </p:cNvSpPr>
          <p:nvPr>
            <p:ph type="body" sz="quarter" idx="11"/>
          </p:nvPr>
        </p:nvSpPr>
        <p:spPr>
          <a:xfrm>
            <a:off x="979043" y="4516151"/>
            <a:ext cx="10158857" cy="923330"/>
          </a:xfrm>
        </p:spPr>
        <p:txBody>
          <a:bodyPr/>
          <a:lstStyle/>
          <a:p>
            <a:r>
              <a:rPr lang="en-US" b="1" dirty="0">
                <a:ea typeface="Aptos" panose="020B0004020202020204" pitchFamily="34" charset="0"/>
              </a:rPr>
              <a:t>“AI solutions for Wellbeing ”</a:t>
            </a:r>
            <a:endParaRPr lang="en-US" dirty="0"/>
          </a:p>
        </p:txBody>
      </p:sp>
      <p:sp>
        <p:nvSpPr>
          <p:cNvPr id="22" name="Text Placeholder 21">
            <a:extLst>
              <a:ext uri="{FF2B5EF4-FFF2-40B4-BE49-F238E27FC236}">
                <a16:creationId xmlns:a16="http://schemas.microsoft.com/office/drawing/2014/main" id="{68185E5A-C0E7-FF0A-8854-D377FCB5E458}"/>
              </a:ext>
            </a:extLst>
          </p:cNvPr>
          <p:cNvSpPr>
            <a:spLocks noGrp="1"/>
          </p:cNvSpPr>
          <p:nvPr>
            <p:ph type="body" sz="quarter" idx="12"/>
          </p:nvPr>
        </p:nvSpPr>
        <p:spPr>
          <a:xfrm>
            <a:off x="171756" y="6246197"/>
            <a:ext cx="1672423" cy="365125"/>
          </a:xfrm>
        </p:spPr>
        <p:txBody>
          <a:bodyPr/>
          <a:lstStyle/>
          <a:p>
            <a:r>
              <a:rPr lang="en-GB" noProof="0">
                <a:latin typeface="ING Me"/>
                <a:cs typeface="ING Me"/>
              </a:rPr>
              <a:t>April </a:t>
            </a:r>
            <a:r>
              <a:rPr lang="en-GB">
                <a:latin typeface="ING Me"/>
                <a:cs typeface="ING Me"/>
              </a:rPr>
              <a:t>2026</a:t>
            </a:r>
            <a:endParaRPr lang="en-GB" noProof="0" dirty="0"/>
          </a:p>
        </p:txBody>
      </p:sp>
      <p:sp>
        <p:nvSpPr>
          <p:cNvPr id="23" name="Text Placeholder 22">
            <a:extLst>
              <a:ext uri="{FF2B5EF4-FFF2-40B4-BE49-F238E27FC236}">
                <a16:creationId xmlns:a16="http://schemas.microsoft.com/office/drawing/2014/main" id="{B65F530F-5777-0AA8-9926-CBE4DEE380B2}"/>
              </a:ext>
            </a:extLst>
          </p:cNvPr>
          <p:cNvSpPr>
            <a:spLocks noGrp="1"/>
          </p:cNvSpPr>
          <p:nvPr>
            <p:ph type="body" sz="quarter" idx="13"/>
          </p:nvPr>
        </p:nvSpPr>
        <p:spPr>
          <a:xfrm>
            <a:off x="1981200" y="6246197"/>
            <a:ext cx="5525042" cy="365125"/>
          </a:xfrm>
        </p:spPr>
        <p:txBody>
          <a:bodyPr/>
          <a:lstStyle/>
          <a:p>
            <a:r>
              <a:rPr lang="en-US" dirty="0">
                <a:latin typeface="ING Me"/>
                <a:cs typeface="ING Me"/>
              </a:rPr>
              <a:t>David Capragiu &amp; Alexandra Pavelescu | ING Hubs Romania</a:t>
            </a:r>
            <a:endParaRPr lang="en-US" dirty="0"/>
          </a:p>
        </p:txBody>
      </p:sp>
      <p:sp>
        <p:nvSpPr>
          <p:cNvPr id="12" name="TextBox 11">
            <a:extLst>
              <a:ext uri="{FF2B5EF4-FFF2-40B4-BE49-F238E27FC236}">
                <a16:creationId xmlns:a16="http://schemas.microsoft.com/office/drawing/2014/main" id="{CE32BC2E-FDB5-8631-D0BE-48F5CEE7BFC9}"/>
              </a:ext>
            </a:extLst>
          </p:cNvPr>
          <p:cNvSpPr txBox="1"/>
          <p:nvPr/>
        </p:nvSpPr>
        <p:spPr>
          <a:xfrm>
            <a:off x="13496886" y="1156208"/>
            <a:ext cx="184731" cy="1200329"/>
          </a:xfrm>
          <a:prstGeom prst="rect">
            <a:avLst/>
          </a:prstGeom>
          <a:noFill/>
        </p:spPr>
        <p:txBody>
          <a:bodyPr wrap="none" rtlCol="0" anchor="ctr">
            <a:spAutoFit/>
          </a:bodyPr>
          <a:lstStyle/>
          <a:p>
            <a:pPr algn="ctr"/>
            <a:endParaRPr lang="en-GB" sz="7200" b="1" noProof="0" dirty="0">
              <a:solidFill>
                <a:schemeClr val="bg1"/>
              </a:solidFill>
              <a:latin typeface="ING display" panose="020B0803030508020203" pitchFamily="34" charset="77"/>
            </a:endParaRPr>
          </a:p>
        </p:txBody>
      </p:sp>
      <p:pic>
        <p:nvPicPr>
          <p:cNvPr id="18" name="Picture 17" descr="A person taking a selfie with a dog&#10;&#10;AI-generated content may be incorrect.">
            <a:extLst>
              <a:ext uri="{FF2B5EF4-FFF2-40B4-BE49-F238E27FC236}">
                <a16:creationId xmlns:a16="http://schemas.microsoft.com/office/drawing/2014/main" id="{00630EDD-2560-7ADC-200E-B9A8C68CB4AF}"/>
              </a:ext>
            </a:extLst>
          </p:cNvPr>
          <p:cNvPicPr>
            <a:picLocks noChangeAspect="1"/>
          </p:cNvPicPr>
          <p:nvPr/>
        </p:nvPicPr>
        <p:blipFill>
          <a:blip r:embed="rId3"/>
          <a:srcRect t="22429" b="17667"/>
          <a:stretch>
            <a:fillRect/>
          </a:stretch>
        </p:blipFill>
        <p:spPr>
          <a:xfrm>
            <a:off x="0" y="0"/>
            <a:ext cx="12192000" cy="3709435"/>
          </a:xfrm>
          <a:prstGeom prst="rect">
            <a:avLst/>
          </a:prstGeom>
        </p:spPr>
      </p:pic>
    </p:spTree>
    <p:extLst>
      <p:ext uri="{BB962C8B-B14F-4D97-AF65-F5344CB8AC3E}">
        <p14:creationId xmlns:p14="http://schemas.microsoft.com/office/powerpoint/2010/main" val="2126300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350628-7098-E096-1C25-F99979943235}"/>
              </a:ext>
            </a:extLst>
          </p:cNvPr>
          <p:cNvSpPr>
            <a:spLocks noGrp="1"/>
          </p:cNvSpPr>
          <p:nvPr>
            <p:ph type="sldNum" sz="quarter" idx="11"/>
          </p:nvPr>
        </p:nvSpPr>
        <p:spPr/>
        <p:txBody>
          <a:bodyPr/>
          <a:lstStyle/>
          <a:p>
            <a:r>
              <a:rPr lang="en-GB" noProof="0" dirty="0"/>
              <a:t>ING Hubs | </a:t>
            </a:r>
            <a:fld id="{DDD2A080-DA64-4F5C-9131-47EB793B4410}" type="slidenum">
              <a:rPr lang="en-GB" noProof="0" smtClean="0"/>
              <a:pPr/>
              <a:t>2</a:t>
            </a:fld>
            <a:endParaRPr lang="en-GB" noProof="0" dirty="0"/>
          </a:p>
        </p:txBody>
      </p:sp>
      <p:sp>
        <p:nvSpPr>
          <p:cNvPr id="37" name="Title 36">
            <a:extLst>
              <a:ext uri="{FF2B5EF4-FFF2-40B4-BE49-F238E27FC236}">
                <a16:creationId xmlns:a16="http://schemas.microsoft.com/office/drawing/2014/main" id="{792F8FAA-1054-62D6-F7C1-5C430C3FC067}"/>
              </a:ext>
            </a:extLst>
          </p:cNvPr>
          <p:cNvSpPr>
            <a:spLocks noGrp="1"/>
          </p:cNvSpPr>
          <p:nvPr>
            <p:ph type="title"/>
          </p:nvPr>
        </p:nvSpPr>
        <p:spPr/>
        <p:txBody>
          <a:bodyPr/>
          <a:lstStyle/>
          <a:p>
            <a:r>
              <a:rPr lang="en-GB">
                <a:latin typeface="ING display"/>
              </a:rPr>
              <a:t>Wellbeing spectrum</a:t>
            </a:r>
          </a:p>
        </p:txBody>
      </p:sp>
      <p:grpSp>
        <p:nvGrpSpPr>
          <p:cNvPr id="43" name="Group 42">
            <a:extLst>
              <a:ext uri="{FF2B5EF4-FFF2-40B4-BE49-F238E27FC236}">
                <a16:creationId xmlns:a16="http://schemas.microsoft.com/office/drawing/2014/main" id="{EC0F509D-8D19-1451-D0B2-902019D24CE5}"/>
              </a:ext>
            </a:extLst>
          </p:cNvPr>
          <p:cNvGrpSpPr/>
          <p:nvPr/>
        </p:nvGrpSpPr>
        <p:grpSpPr>
          <a:xfrm>
            <a:off x="271157" y="1695426"/>
            <a:ext cx="2036915" cy="4003906"/>
            <a:chOff x="656923" y="1371601"/>
            <a:chExt cx="2486327" cy="4813511"/>
          </a:xfrm>
        </p:grpSpPr>
        <p:grpSp>
          <p:nvGrpSpPr>
            <p:cNvPr id="20" name="Group 19">
              <a:extLst>
                <a:ext uri="{FF2B5EF4-FFF2-40B4-BE49-F238E27FC236}">
                  <a16:creationId xmlns:a16="http://schemas.microsoft.com/office/drawing/2014/main" id="{4F9BDC89-C4D7-81C0-12A8-70358061C944}"/>
                </a:ext>
              </a:extLst>
            </p:cNvPr>
            <p:cNvGrpSpPr/>
            <p:nvPr/>
          </p:nvGrpSpPr>
          <p:grpSpPr>
            <a:xfrm>
              <a:off x="656923" y="1371601"/>
              <a:ext cx="2486327" cy="4813511"/>
              <a:chOff x="656923" y="1371601"/>
              <a:chExt cx="2486327" cy="4813511"/>
            </a:xfrm>
          </p:grpSpPr>
          <p:sp>
            <p:nvSpPr>
              <p:cNvPr id="17" name="Rectangle 16">
                <a:extLst>
                  <a:ext uri="{FF2B5EF4-FFF2-40B4-BE49-F238E27FC236}">
                    <a16:creationId xmlns:a16="http://schemas.microsoft.com/office/drawing/2014/main" id="{9AC3140B-CBDD-6FF3-ACDF-3A43D9B07FB8}"/>
                  </a:ext>
                </a:extLst>
              </p:cNvPr>
              <p:cNvSpPr/>
              <p:nvPr/>
            </p:nvSpPr>
            <p:spPr>
              <a:xfrm>
                <a:off x="657361" y="1835888"/>
                <a:ext cx="2484000" cy="3877312"/>
              </a:xfrm>
              <a:prstGeom prst="rect">
                <a:avLst/>
              </a:prstGeom>
              <a:solidFill>
                <a:srgbClr val="F0F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18" name="Arrow: Chevron 17">
                <a:extLst>
                  <a:ext uri="{FF2B5EF4-FFF2-40B4-BE49-F238E27FC236}">
                    <a16:creationId xmlns:a16="http://schemas.microsoft.com/office/drawing/2014/main" id="{42C87EF8-51BF-8EA8-6027-5C1C5C16C2A1}"/>
                  </a:ext>
                </a:extLst>
              </p:cNvPr>
              <p:cNvSpPr/>
              <p:nvPr/>
            </p:nvSpPr>
            <p:spPr>
              <a:xfrm rot="16200000">
                <a:off x="1427231" y="601293"/>
                <a:ext cx="943822" cy="2484437"/>
              </a:xfrm>
              <a:prstGeom prst="chevron">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19" name="Arrow: Chevron 18">
                <a:extLst>
                  <a:ext uri="{FF2B5EF4-FFF2-40B4-BE49-F238E27FC236}">
                    <a16:creationId xmlns:a16="http://schemas.microsoft.com/office/drawing/2014/main" id="{1FCCA229-D58A-D9DB-5BF9-228D8CCA19F3}"/>
                  </a:ext>
                </a:extLst>
              </p:cNvPr>
              <p:cNvSpPr/>
              <p:nvPr/>
            </p:nvSpPr>
            <p:spPr>
              <a:xfrm rot="5400000" flipV="1">
                <a:off x="1429121" y="4470982"/>
                <a:ext cx="943822" cy="2484437"/>
              </a:xfrm>
              <a:prstGeom prst="chevron">
                <a:avLst/>
              </a:prstGeom>
              <a:solidFill>
                <a:schemeClr val="accent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grpSp>
        <p:sp>
          <p:nvSpPr>
            <p:cNvPr id="33" name="Oval 32">
              <a:extLst>
                <a:ext uri="{FF2B5EF4-FFF2-40B4-BE49-F238E27FC236}">
                  <a16:creationId xmlns:a16="http://schemas.microsoft.com/office/drawing/2014/main" id="{41AAADE7-5A05-81B4-3140-CF3771E046DC}"/>
                </a:ext>
              </a:extLst>
            </p:cNvPr>
            <p:cNvSpPr/>
            <p:nvPr/>
          </p:nvSpPr>
          <p:spPr>
            <a:xfrm>
              <a:off x="1451611" y="2221697"/>
              <a:ext cx="896951" cy="896951"/>
            </a:xfrm>
            <a:prstGeom prst="ellipse">
              <a:avLst/>
            </a:prstGeom>
            <a:solidFill>
              <a:schemeClr val="tx2"/>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2400" b="1">
                  <a:solidFill>
                    <a:schemeClr val="bg1"/>
                  </a:solidFill>
                </a:rPr>
                <a:t>1</a:t>
              </a:r>
            </a:p>
          </p:txBody>
        </p:sp>
        <p:sp>
          <p:nvSpPr>
            <p:cNvPr id="39" name="TextBox 38">
              <a:extLst>
                <a:ext uri="{FF2B5EF4-FFF2-40B4-BE49-F238E27FC236}">
                  <a16:creationId xmlns:a16="http://schemas.microsoft.com/office/drawing/2014/main" id="{50F7B188-F497-40D4-6D92-A39A1AEA14B8}"/>
                </a:ext>
              </a:extLst>
            </p:cNvPr>
            <p:cNvSpPr txBox="1"/>
            <p:nvPr/>
          </p:nvSpPr>
          <p:spPr>
            <a:xfrm>
              <a:off x="658813" y="3316999"/>
              <a:ext cx="2483787" cy="2146059"/>
            </a:xfrm>
            <a:prstGeom prst="rect">
              <a:avLst/>
            </a:prstGeom>
            <a:noFill/>
          </p:spPr>
          <p:txBody>
            <a:bodyPr wrap="square" rtlCol="0">
              <a:spAutoFit/>
            </a:bodyPr>
            <a:lstStyle/>
            <a:p>
              <a:pPr lvl="0" algn="ctr" defTabSz="914400">
                <a:defRPr/>
              </a:pPr>
              <a:r>
                <a:rPr lang="en-US" b="1" dirty="0">
                  <a:solidFill>
                    <a:schemeClr val="accent1"/>
                  </a:solidFill>
                  <a:latin typeface="+mj-lt"/>
                </a:rPr>
                <a:t>Nutritional &amp; metabolic health</a:t>
              </a:r>
              <a:br>
                <a:rPr kumimoji="0" lang="en-GB" sz="1400" b="1" i="0" u="none" strike="noStrike" kern="1200" cap="none" spc="0" normalizeH="0" baseline="0" noProof="0" dirty="0">
                  <a:ln>
                    <a:noFill/>
                  </a:ln>
                  <a:solidFill>
                    <a:srgbClr val="000000"/>
                  </a:solidFill>
                  <a:effectLst/>
                  <a:uLnTx/>
                  <a:uFillTx/>
                  <a:ea typeface="+mn-ea"/>
                  <a:cs typeface="+mn-cs"/>
                </a:rPr>
              </a:br>
              <a:endParaRPr kumimoji="0" lang="en-GB" sz="1400" b="1" i="0" u="none" strike="noStrike" kern="1200" cap="none" spc="0" normalizeH="0" baseline="0" noProof="0" dirty="0">
                <a:ln>
                  <a:noFill/>
                </a:ln>
                <a:solidFill>
                  <a:srgbClr val="000000"/>
                </a:solidFill>
                <a:effectLst/>
                <a:uLnTx/>
                <a:uFillTx/>
                <a:ea typeface="+mn-ea"/>
                <a:cs typeface="+mn-cs"/>
              </a:endParaRPr>
            </a:p>
            <a:p>
              <a:pPr lvl="0" algn="ctr" defTabSz="914400">
                <a:defRPr/>
              </a:pPr>
              <a:r>
                <a:rPr kumimoji="0" lang="en-GB" sz="1200" i="0" u="none" strike="noStrike" kern="1200" cap="none" spc="0" normalizeH="0" baseline="0" noProof="0" dirty="0">
                  <a:ln>
                    <a:noFill/>
                  </a:ln>
                  <a:solidFill>
                    <a:srgbClr val="000000"/>
                  </a:solidFill>
                  <a:effectLst/>
                  <a:uLnTx/>
                  <a:uFillTx/>
                  <a:ea typeface="+mn-ea"/>
                  <a:cs typeface="+mn-cs"/>
                </a:rPr>
                <a:t>Proper </a:t>
              </a:r>
              <a:r>
                <a:rPr lang="en-GB" sz="1200" dirty="0">
                  <a:solidFill>
                    <a:srgbClr val="000000"/>
                  </a:solidFill>
                </a:rPr>
                <a:t>nutrition, metabolism regulation, and lifestyle choices that promote long-term wellness.</a:t>
              </a:r>
              <a:endParaRPr kumimoji="0" lang="en-GB" sz="1400" i="0" u="none" strike="noStrike" kern="1200" cap="none" spc="0" normalizeH="0" baseline="0" noProof="0" dirty="0">
                <a:ln>
                  <a:noFill/>
                </a:ln>
                <a:solidFill>
                  <a:srgbClr val="000000"/>
                </a:solidFill>
                <a:effectLst/>
                <a:uLnTx/>
                <a:uFillTx/>
                <a:ea typeface="+mn-ea"/>
                <a:cs typeface="+mn-cs"/>
              </a:endParaRPr>
            </a:p>
          </p:txBody>
        </p:sp>
      </p:grpSp>
      <p:grpSp>
        <p:nvGrpSpPr>
          <p:cNvPr id="44" name="Group 43">
            <a:extLst>
              <a:ext uri="{FF2B5EF4-FFF2-40B4-BE49-F238E27FC236}">
                <a16:creationId xmlns:a16="http://schemas.microsoft.com/office/drawing/2014/main" id="{69D26E9F-F827-A115-E30D-FACE1D3B1DAC}"/>
              </a:ext>
            </a:extLst>
          </p:cNvPr>
          <p:cNvGrpSpPr/>
          <p:nvPr/>
        </p:nvGrpSpPr>
        <p:grpSpPr>
          <a:xfrm>
            <a:off x="2613524" y="1695426"/>
            <a:ext cx="2138595" cy="4003906"/>
            <a:chOff x="3392025" y="1371601"/>
            <a:chExt cx="2610441" cy="4813511"/>
          </a:xfrm>
        </p:grpSpPr>
        <p:grpSp>
          <p:nvGrpSpPr>
            <p:cNvPr id="21" name="Group 20">
              <a:extLst>
                <a:ext uri="{FF2B5EF4-FFF2-40B4-BE49-F238E27FC236}">
                  <a16:creationId xmlns:a16="http://schemas.microsoft.com/office/drawing/2014/main" id="{5FFF65D8-E022-10CB-BEDF-439CB87C1DCB}"/>
                </a:ext>
              </a:extLst>
            </p:cNvPr>
            <p:cNvGrpSpPr/>
            <p:nvPr/>
          </p:nvGrpSpPr>
          <p:grpSpPr>
            <a:xfrm>
              <a:off x="3452235" y="1371601"/>
              <a:ext cx="2486327" cy="4813511"/>
              <a:chOff x="656923" y="1371601"/>
              <a:chExt cx="2486327" cy="4813511"/>
            </a:xfrm>
          </p:grpSpPr>
          <p:sp>
            <p:nvSpPr>
              <p:cNvPr id="22" name="Rectangle 21">
                <a:extLst>
                  <a:ext uri="{FF2B5EF4-FFF2-40B4-BE49-F238E27FC236}">
                    <a16:creationId xmlns:a16="http://schemas.microsoft.com/office/drawing/2014/main" id="{D9AE5776-7A0E-2020-E800-0E3EB06268C9}"/>
                  </a:ext>
                </a:extLst>
              </p:cNvPr>
              <p:cNvSpPr/>
              <p:nvPr/>
            </p:nvSpPr>
            <p:spPr>
              <a:xfrm>
                <a:off x="657361" y="1835888"/>
                <a:ext cx="2484000" cy="3877312"/>
              </a:xfrm>
              <a:prstGeom prst="rect">
                <a:avLst/>
              </a:prstGeom>
              <a:solidFill>
                <a:srgbClr val="F0F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23" name="Arrow: Chevron 22">
                <a:extLst>
                  <a:ext uri="{FF2B5EF4-FFF2-40B4-BE49-F238E27FC236}">
                    <a16:creationId xmlns:a16="http://schemas.microsoft.com/office/drawing/2014/main" id="{13F50E05-92D9-8415-4025-F33FB8D7B4CF}"/>
                  </a:ext>
                </a:extLst>
              </p:cNvPr>
              <p:cNvSpPr/>
              <p:nvPr/>
            </p:nvSpPr>
            <p:spPr>
              <a:xfrm rot="16200000">
                <a:off x="1427231" y="601293"/>
                <a:ext cx="943822" cy="2484437"/>
              </a:xfrm>
              <a:prstGeom prst="chevron">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24" name="Arrow: Chevron 23">
                <a:extLst>
                  <a:ext uri="{FF2B5EF4-FFF2-40B4-BE49-F238E27FC236}">
                    <a16:creationId xmlns:a16="http://schemas.microsoft.com/office/drawing/2014/main" id="{7235495A-02DC-1AB8-A360-C21073C2310E}"/>
                  </a:ext>
                </a:extLst>
              </p:cNvPr>
              <p:cNvSpPr/>
              <p:nvPr/>
            </p:nvSpPr>
            <p:spPr>
              <a:xfrm rot="5400000" flipV="1">
                <a:off x="1429121" y="4470982"/>
                <a:ext cx="943822" cy="2484437"/>
              </a:xfrm>
              <a:prstGeom prst="chevron">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grpSp>
        <p:sp>
          <p:nvSpPr>
            <p:cNvPr id="34" name="Oval 33">
              <a:extLst>
                <a:ext uri="{FF2B5EF4-FFF2-40B4-BE49-F238E27FC236}">
                  <a16:creationId xmlns:a16="http://schemas.microsoft.com/office/drawing/2014/main" id="{B83F98BA-1B84-41BA-09A9-FE38F504C227}"/>
                </a:ext>
              </a:extLst>
            </p:cNvPr>
            <p:cNvSpPr/>
            <p:nvPr/>
          </p:nvSpPr>
          <p:spPr>
            <a:xfrm>
              <a:off x="4246923" y="2221697"/>
              <a:ext cx="896951" cy="896951"/>
            </a:xfrm>
            <a:prstGeom prst="ellipse">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2400" b="1">
                  <a:solidFill>
                    <a:schemeClr val="bg1"/>
                  </a:solidFill>
                </a:rPr>
                <a:t>2</a:t>
              </a:r>
            </a:p>
          </p:txBody>
        </p:sp>
        <p:sp>
          <p:nvSpPr>
            <p:cNvPr id="40" name="TextBox 39">
              <a:extLst>
                <a:ext uri="{FF2B5EF4-FFF2-40B4-BE49-F238E27FC236}">
                  <a16:creationId xmlns:a16="http://schemas.microsoft.com/office/drawing/2014/main" id="{1A87BB15-21C0-D261-AB76-89B86B7290EA}"/>
                </a:ext>
              </a:extLst>
            </p:cNvPr>
            <p:cNvSpPr txBox="1"/>
            <p:nvPr/>
          </p:nvSpPr>
          <p:spPr>
            <a:xfrm>
              <a:off x="3392025" y="3316999"/>
              <a:ext cx="2610441" cy="1702046"/>
            </a:xfrm>
            <a:prstGeom prst="rect">
              <a:avLst/>
            </a:prstGeom>
            <a:noFill/>
          </p:spPr>
          <p:txBody>
            <a:bodyPr wrap="square" rtlCol="0">
              <a:spAutoFit/>
            </a:bodyPr>
            <a:lstStyle/>
            <a:p>
              <a:pPr algn="ctr" defTabSz="914400">
                <a:defRPr/>
              </a:pPr>
              <a:r>
                <a:rPr lang="en-US" b="1" dirty="0">
                  <a:solidFill>
                    <a:schemeClr val="accent2"/>
                  </a:solidFill>
                  <a:latin typeface="+mj-lt"/>
                </a:rPr>
                <a:t>Physical wellness &amp; fitness</a:t>
              </a:r>
            </a:p>
            <a:p>
              <a:pPr lvl="0" algn="ctr" defTabSz="914400">
                <a:defRPr/>
              </a:pPr>
              <a:endParaRPr lang="en-GB" sz="1400" b="1" dirty="0">
                <a:solidFill>
                  <a:srgbClr val="000000"/>
                </a:solidFill>
              </a:endParaRPr>
            </a:p>
            <a:p>
              <a:pPr lvl="0" algn="ctr" defTabSz="914400">
                <a:defRPr/>
              </a:pPr>
              <a:r>
                <a:rPr lang="en-GB" sz="1200" dirty="0">
                  <a:solidFill>
                    <a:srgbClr val="000000"/>
                  </a:solidFill>
                </a:rPr>
                <a:t>Better quality of life through exercise, sports, and active living practices.</a:t>
              </a:r>
              <a:endParaRPr kumimoji="0" lang="en-GB" sz="1200" i="0" u="none" strike="noStrike" kern="1200" cap="none" spc="0" normalizeH="0" baseline="0" noProof="0" dirty="0">
                <a:ln>
                  <a:noFill/>
                </a:ln>
                <a:solidFill>
                  <a:srgbClr val="000000"/>
                </a:solidFill>
                <a:effectLst/>
                <a:uLnTx/>
                <a:uFillTx/>
                <a:ea typeface="+mn-ea"/>
                <a:cs typeface="+mn-cs"/>
              </a:endParaRPr>
            </a:p>
          </p:txBody>
        </p:sp>
      </p:grpSp>
      <p:grpSp>
        <p:nvGrpSpPr>
          <p:cNvPr id="45" name="Group 44">
            <a:extLst>
              <a:ext uri="{FF2B5EF4-FFF2-40B4-BE49-F238E27FC236}">
                <a16:creationId xmlns:a16="http://schemas.microsoft.com/office/drawing/2014/main" id="{5752B46A-0C9B-DB5F-D7F3-158D4BF45508}"/>
              </a:ext>
            </a:extLst>
          </p:cNvPr>
          <p:cNvGrpSpPr/>
          <p:nvPr/>
        </p:nvGrpSpPr>
        <p:grpSpPr>
          <a:xfrm>
            <a:off x="5006409" y="1695426"/>
            <a:ext cx="2038114" cy="4003906"/>
            <a:chOff x="6249436" y="1371601"/>
            <a:chExt cx="2487790" cy="4813511"/>
          </a:xfrm>
        </p:grpSpPr>
        <p:grpSp>
          <p:nvGrpSpPr>
            <p:cNvPr id="25" name="Group 24">
              <a:extLst>
                <a:ext uri="{FF2B5EF4-FFF2-40B4-BE49-F238E27FC236}">
                  <a16:creationId xmlns:a16="http://schemas.microsoft.com/office/drawing/2014/main" id="{34DE20D1-5BB8-2972-D6FB-2B99A9FCF575}"/>
                </a:ext>
              </a:extLst>
            </p:cNvPr>
            <p:cNvGrpSpPr/>
            <p:nvPr/>
          </p:nvGrpSpPr>
          <p:grpSpPr>
            <a:xfrm>
              <a:off x="6249436" y="1371601"/>
              <a:ext cx="2486327" cy="4813511"/>
              <a:chOff x="656923" y="1371601"/>
              <a:chExt cx="2486327" cy="4813511"/>
            </a:xfrm>
          </p:grpSpPr>
          <p:sp>
            <p:nvSpPr>
              <p:cNvPr id="26" name="Rectangle 25">
                <a:extLst>
                  <a:ext uri="{FF2B5EF4-FFF2-40B4-BE49-F238E27FC236}">
                    <a16:creationId xmlns:a16="http://schemas.microsoft.com/office/drawing/2014/main" id="{553776A7-0DD2-B681-C5EB-6220174418C6}"/>
                  </a:ext>
                </a:extLst>
              </p:cNvPr>
              <p:cNvSpPr/>
              <p:nvPr/>
            </p:nvSpPr>
            <p:spPr>
              <a:xfrm>
                <a:off x="657361" y="1835888"/>
                <a:ext cx="2484000" cy="3877312"/>
              </a:xfrm>
              <a:prstGeom prst="rect">
                <a:avLst/>
              </a:prstGeom>
              <a:solidFill>
                <a:srgbClr val="F0F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27" name="Arrow: Chevron 26">
                <a:extLst>
                  <a:ext uri="{FF2B5EF4-FFF2-40B4-BE49-F238E27FC236}">
                    <a16:creationId xmlns:a16="http://schemas.microsoft.com/office/drawing/2014/main" id="{2EBD59E6-5E0B-E7F4-C4C8-99A554E058DB}"/>
                  </a:ext>
                </a:extLst>
              </p:cNvPr>
              <p:cNvSpPr/>
              <p:nvPr/>
            </p:nvSpPr>
            <p:spPr>
              <a:xfrm rot="16200000">
                <a:off x="1427231" y="601293"/>
                <a:ext cx="943822" cy="2484437"/>
              </a:xfrm>
              <a:prstGeom prst="chevron">
                <a:avLst/>
              </a:prstGeom>
              <a:solidFill>
                <a:schemeClr val="accent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28" name="Arrow: Chevron 27">
                <a:extLst>
                  <a:ext uri="{FF2B5EF4-FFF2-40B4-BE49-F238E27FC236}">
                    <a16:creationId xmlns:a16="http://schemas.microsoft.com/office/drawing/2014/main" id="{21515FED-2264-8D71-A785-11000F9E7040}"/>
                  </a:ext>
                </a:extLst>
              </p:cNvPr>
              <p:cNvSpPr/>
              <p:nvPr/>
            </p:nvSpPr>
            <p:spPr>
              <a:xfrm rot="5400000" flipV="1">
                <a:off x="1429121" y="4470982"/>
                <a:ext cx="943822" cy="2484437"/>
              </a:xfrm>
              <a:prstGeom prst="chevron">
                <a:avLst/>
              </a:prstGeom>
              <a:solidFill>
                <a:schemeClr val="accent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grpSp>
        <p:sp>
          <p:nvSpPr>
            <p:cNvPr id="35" name="Oval 34">
              <a:extLst>
                <a:ext uri="{FF2B5EF4-FFF2-40B4-BE49-F238E27FC236}">
                  <a16:creationId xmlns:a16="http://schemas.microsoft.com/office/drawing/2014/main" id="{ED0BB28A-E227-FF66-A1EC-70BE9BE255A0}"/>
                </a:ext>
              </a:extLst>
            </p:cNvPr>
            <p:cNvSpPr/>
            <p:nvPr/>
          </p:nvSpPr>
          <p:spPr>
            <a:xfrm>
              <a:off x="7044124" y="2221697"/>
              <a:ext cx="896951" cy="896951"/>
            </a:xfrm>
            <a:prstGeom prst="ellipse">
              <a:avLst/>
            </a:prstGeom>
            <a:solidFill>
              <a:schemeClr val="accent3"/>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2400" b="1">
                  <a:solidFill>
                    <a:schemeClr val="bg1"/>
                  </a:solidFill>
                </a:rPr>
                <a:t>3</a:t>
              </a:r>
            </a:p>
          </p:txBody>
        </p:sp>
        <p:sp>
          <p:nvSpPr>
            <p:cNvPr id="41" name="TextBox 40">
              <a:extLst>
                <a:ext uri="{FF2B5EF4-FFF2-40B4-BE49-F238E27FC236}">
                  <a16:creationId xmlns:a16="http://schemas.microsoft.com/office/drawing/2014/main" id="{A537A242-D2B2-9B31-63EE-0AA07590EC32}"/>
                </a:ext>
              </a:extLst>
            </p:cNvPr>
            <p:cNvSpPr txBox="1"/>
            <p:nvPr/>
          </p:nvSpPr>
          <p:spPr>
            <a:xfrm>
              <a:off x="6253438" y="3316999"/>
              <a:ext cx="2483788" cy="1924053"/>
            </a:xfrm>
            <a:prstGeom prst="rect">
              <a:avLst/>
            </a:prstGeom>
            <a:noFill/>
          </p:spPr>
          <p:txBody>
            <a:bodyPr wrap="square" rtlCol="0">
              <a:spAutoFit/>
            </a:bodyPr>
            <a:lstStyle/>
            <a:p>
              <a:pPr algn="ctr" defTabSz="914400">
                <a:defRPr/>
              </a:pPr>
              <a:r>
                <a:rPr lang="en-US" b="1" dirty="0">
                  <a:solidFill>
                    <a:schemeClr val="accent3"/>
                  </a:solidFill>
                  <a:latin typeface="+mj-lt"/>
                </a:rPr>
                <a:t>Environmental prosperity</a:t>
              </a:r>
            </a:p>
            <a:p>
              <a:pPr lvl="0" algn="ctr" defTabSz="914400">
                <a:defRPr/>
              </a:pPr>
              <a:br>
                <a:rPr lang="en-GB" sz="1400" b="1" dirty="0">
                  <a:solidFill>
                    <a:srgbClr val="000000"/>
                  </a:solidFill>
                </a:rPr>
              </a:br>
              <a:r>
                <a:rPr lang="en-GB" sz="1200" dirty="0">
                  <a:solidFill>
                    <a:srgbClr val="000000"/>
                  </a:solidFill>
                </a:rPr>
                <a:t>Promotes sustainable living conditions that balance ecological health with human wellbeing.</a:t>
              </a:r>
              <a:endParaRPr kumimoji="0" lang="en-GB" sz="1400" i="0" u="none" strike="noStrike" kern="1200" cap="none" spc="0" normalizeH="0" baseline="0" noProof="0" dirty="0">
                <a:ln>
                  <a:noFill/>
                </a:ln>
                <a:solidFill>
                  <a:srgbClr val="000000"/>
                </a:solidFill>
                <a:effectLst/>
                <a:uLnTx/>
                <a:uFillTx/>
                <a:ea typeface="+mn-ea"/>
                <a:cs typeface="+mn-cs"/>
              </a:endParaRPr>
            </a:p>
          </p:txBody>
        </p:sp>
      </p:grpSp>
      <p:grpSp>
        <p:nvGrpSpPr>
          <p:cNvPr id="46" name="Group 45">
            <a:extLst>
              <a:ext uri="{FF2B5EF4-FFF2-40B4-BE49-F238E27FC236}">
                <a16:creationId xmlns:a16="http://schemas.microsoft.com/office/drawing/2014/main" id="{182E2F0B-ED75-2843-AE10-7FEDD79BFA2A}"/>
              </a:ext>
            </a:extLst>
          </p:cNvPr>
          <p:cNvGrpSpPr/>
          <p:nvPr/>
        </p:nvGrpSpPr>
        <p:grpSpPr>
          <a:xfrm>
            <a:off x="7302091" y="1695426"/>
            <a:ext cx="2040010" cy="4003906"/>
            <a:chOff x="9045185" y="1371601"/>
            <a:chExt cx="2490105" cy="4813511"/>
          </a:xfrm>
        </p:grpSpPr>
        <p:grpSp>
          <p:nvGrpSpPr>
            <p:cNvPr id="29" name="Group 28">
              <a:extLst>
                <a:ext uri="{FF2B5EF4-FFF2-40B4-BE49-F238E27FC236}">
                  <a16:creationId xmlns:a16="http://schemas.microsoft.com/office/drawing/2014/main" id="{1C435B4B-20C9-FB80-A871-7EB7956C8C01}"/>
                </a:ext>
              </a:extLst>
            </p:cNvPr>
            <p:cNvGrpSpPr/>
            <p:nvPr/>
          </p:nvGrpSpPr>
          <p:grpSpPr>
            <a:xfrm>
              <a:off x="9048963" y="1371601"/>
              <a:ext cx="2486327" cy="4813511"/>
              <a:chOff x="656923" y="1371601"/>
              <a:chExt cx="2486327" cy="4813511"/>
            </a:xfrm>
          </p:grpSpPr>
          <p:sp>
            <p:nvSpPr>
              <p:cNvPr id="30" name="Rectangle 29">
                <a:extLst>
                  <a:ext uri="{FF2B5EF4-FFF2-40B4-BE49-F238E27FC236}">
                    <a16:creationId xmlns:a16="http://schemas.microsoft.com/office/drawing/2014/main" id="{1A68B502-6E3A-7C3F-3A8B-3BF94FA77227}"/>
                  </a:ext>
                </a:extLst>
              </p:cNvPr>
              <p:cNvSpPr/>
              <p:nvPr/>
            </p:nvSpPr>
            <p:spPr>
              <a:xfrm>
                <a:off x="657361" y="1835888"/>
                <a:ext cx="2484000" cy="3877312"/>
              </a:xfrm>
              <a:prstGeom prst="rect">
                <a:avLst/>
              </a:prstGeom>
              <a:solidFill>
                <a:srgbClr val="F0F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31" name="Arrow: Chevron 30">
                <a:extLst>
                  <a:ext uri="{FF2B5EF4-FFF2-40B4-BE49-F238E27FC236}">
                    <a16:creationId xmlns:a16="http://schemas.microsoft.com/office/drawing/2014/main" id="{C3DEEADF-B58A-52F2-CCAA-0DDEADA21AC0}"/>
                  </a:ext>
                </a:extLst>
              </p:cNvPr>
              <p:cNvSpPr/>
              <p:nvPr/>
            </p:nvSpPr>
            <p:spPr>
              <a:xfrm rot="16200000">
                <a:off x="1427231" y="601293"/>
                <a:ext cx="943822" cy="2484437"/>
              </a:xfrm>
              <a:prstGeom prst="chevron">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32" name="Arrow: Chevron 31">
                <a:extLst>
                  <a:ext uri="{FF2B5EF4-FFF2-40B4-BE49-F238E27FC236}">
                    <a16:creationId xmlns:a16="http://schemas.microsoft.com/office/drawing/2014/main" id="{25BFBCC5-D726-BFD5-6696-45AAE36D125C}"/>
                  </a:ext>
                </a:extLst>
              </p:cNvPr>
              <p:cNvSpPr/>
              <p:nvPr/>
            </p:nvSpPr>
            <p:spPr>
              <a:xfrm rot="5400000" flipV="1">
                <a:off x="1429121" y="4470982"/>
                <a:ext cx="943822" cy="2484437"/>
              </a:xfrm>
              <a:prstGeom prst="chevron">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grpSp>
        <p:sp>
          <p:nvSpPr>
            <p:cNvPr id="36" name="Oval 35">
              <a:extLst>
                <a:ext uri="{FF2B5EF4-FFF2-40B4-BE49-F238E27FC236}">
                  <a16:creationId xmlns:a16="http://schemas.microsoft.com/office/drawing/2014/main" id="{783D9CEF-E6D2-3D24-5407-49FD14746C41}"/>
                </a:ext>
              </a:extLst>
            </p:cNvPr>
            <p:cNvSpPr/>
            <p:nvPr/>
          </p:nvSpPr>
          <p:spPr>
            <a:xfrm>
              <a:off x="9843651" y="2221697"/>
              <a:ext cx="896951" cy="896951"/>
            </a:xfrm>
            <a:prstGeom prst="ellipse">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2400" b="1">
                  <a:solidFill>
                    <a:schemeClr val="bg1"/>
                  </a:solidFill>
                </a:rPr>
                <a:t>4</a:t>
              </a:r>
            </a:p>
          </p:txBody>
        </p:sp>
        <p:sp>
          <p:nvSpPr>
            <p:cNvPr id="42" name="TextBox 41">
              <a:extLst>
                <a:ext uri="{FF2B5EF4-FFF2-40B4-BE49-F238E27FC236}">
                  <a16:creationId xmlns:a16="http://schemas.microsoft.com/office/drawing/2014/main" id="{4BCEDCE0-B4E0-695C-3083-96CAEFE866BC}"/>
                </a:ext>
              </a:extLst>
            </p:cNvPr>
            <p:cNvSpPr txBox="1"/>
            <p:nvPr/>
          </p:nvSpPr>
          <p:spPr>
            <a:xfrm>
              <a:off x="9045185" y="3316999"/>
              <a:ext cx="2483787" cy="1813050"/>
            </a:xfrm>
            <a:prstGeom prst="rect">
              <a:avLst/>
            </a:prstGeom>
            <a:noFill/>
          </p:spPr>
          <p:txBody>
            <a:bodyPr wrap="square" rtlCol="0">
              <a:spAutoFit/>
            </a:bodyPr>
            <a:lstStyle/>
            <a:p>
              <a:pPr lvl="0" algn="ctr" defTabSz="914400">
                <a:defRPr/>
              </a:pPr>
              <a:r>
                <a:rPr lang="en-US" b="1" dirty="0">
                  <a:solidFill>
                    <a:schemeClr val="accent4"/>
                  </a:solidFill>
                  <a:latin typeface="+mj-lt"/>
                </a:rPr>
                <a:t>Workplace welfare</a:t>
              </a:r>
            </a:p>
            <a:p>
              <a:pPr lvl="0" algn="ctr" defTabSz="914400">
                <a:defRPr/>
              </a:pPr>
              <a:br>
                <a:rPr lang="en-GB" sz="1400" b="1" dirty="0">
                  <a:solidFill>
                    <a:srgbClr val="000000"/>
                  </a:solidFill>
                </a:rPr>
              </a:br>
              <a:r>
                <a:rPr lang="en-GB" sz="1200" dirty="0">
                  <a:solidFill>
                    <a:srgbClr val="000000"/>
                  </a:solidFill>
                </a:rPr>
                <a:t>Promotes physical safety, work-life balance, to enhance individual well-being and organizational productivity.</a:t>
              </a:r>
              <a:endParaRPr kumimoji="0" lang="en-GB" sz="1400" i="0" u="none" strike="noStrike" kern="1200" cap="none" spc="0" normalizeH="0" baseline="0" noProof="0" dirty="0">
                <a:ln>
                  <a:noFill/>
                </a:ln>
                <a:solidFill>
                  <a:srgbClr val="000000"/>
                </a:solidFill>
                <a:effectLst/>
                <a:uLnTx/>
                <a:uFillTx/>
                <a:ea typeface="+mn-ea"/>
                <a:cs typeface="+mn-cs"/>
              </a:endParaRPr>
            </a:p>
          </p:txBody>
        </p:sp>
      </p:grpSp>
      <p:grpSp>
        <p:nvGrpSpPr>
          <p:cNvPr id="3" name="Group 2">
            <a:extLst>
              <a:ext uri="{FF2B5EF4-FFF2-40B4-BE49-F238E27FC236}">
                <a16:creationId xmlns:a16="http://schemas.microsoft.com/office/drawing/2014/main" id="{55127BB9-F2CB-2603-82E8-521630ED72E9}"/>
              </a:ext>
            </a:extLst>
          </p:cNvPr>
          <p:cNvGrpSpPr/>
          <p:nvPr/>
        </p:nvGrpSpPr>
        <p:grpSpPr>
          <a:xfrm>
            <a:off x="9612686" y="1692255"/>
            <a:ext cx="2036915" cy="4003906"/>
            <a:chOff x="656923" y="1371601"/>
            <a:chExt cx="2486327" cy="4813511"/>
          </a:xfrm>
        </p:grpSpPr>
        <p:grpSp>
          <p:nvGrpSpPr>
            <p:cNvPr id="4" name="Group 3">
              <a:extLst>
                <a:ext uri="{FF2B5EF4-FFF2-40B4-BE49-F238E27FC236}">
                  <a16:creationId xmlns:a16="http://schemas.microsoft.com/office/drawing/2014/main" id="{93987FFB-10C1-70D4-FB8D-18257C190263}"/>
                </a:ext>
              </a:extLst>
            </p:cNvPr>
            <p:cNvGrpSpPr/>
            <p:nvPr/>
          </p:nvGrpSpPr>
          <p:grpSpPr>
            <a:xfrm>
              <a:off x="656923" y="1371601"/>
              <a:ext cx="2486327" cy="4813511"/>
              <a:chOff x="656923" y="1371601"/>
              <a:chExt cx="2486327" cy="4813511"/>
            </a:xfrm>
          </p:grpSpPr>
          <p:sp>
            <p:nvSpPr>
              <p:cNvPr id="7" name="Rectangle 6">
                <a:extLst>
                  <a:ext uri="{FF2B5EF4-FFF2-40B4-BE49-F238E27FC236}">
                    <a16:creationId xmlns:a16="http://schemas.microsoft.com/office/drawing/2014/main" id="{F47705CB-C0ED-761B-EDBB-3F51BB3F9A65}"/>
                  </a:ext>
                </a:extLst>
              </p:cNvPr>
              <p:cNvSpPr/>
              <p:nvPr/>
            </p:nvSpPr>
            <p:spPr>
              <a:xfrm>
                <a:off x="657361" y="1835888"/>
                <a:ext cx="2484000" cy="3877312"/>
              </a:xfrm>
              <a:prstGeom prst="rect">
                <a:avLst/>
              </a:prstGeom>
              <a:solidFill>
                <a:srgbClr val="F0F0F0"/>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err="1">
                  <a:solidFill>
                    <a:schemeClr val="tx1"/>
                  </a:solidFill>
                </a:endParaRPr>
              </a:p>
            </p:txBody>
          </p:sp>
          <p:sp>
            <p:nvSpPr>
              <p:cNvPr id="8" name="Arrow: Chevron 17">
                <a:extLst>
                  <a:ext uri="{FF2B5EF4-FFF2-40B4-BE49-F238E27FC236}">
                    <a16:creationId xmlns:a16="http://schemas.microsoft.com/office/drawing/2014/main" id="{A46780F7-2412-F00F-57EE-D9384C338A3C}"/>
                  </a:ext>
                </a:extLst>
              </p:cNvPr>
              <p:cNvSpPr/>
              <p:nvPr/>
            </p:nvSpPr>
            <p:spPr>
              <a:xfrm rot="16200000">
                <a:off x="1427231" y="601293"/>
                <a:ext cx="943822" cy="2484437"/>
              </a:xfrm>
              <a:prstGeom prst="chevron">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a:solidFill>
                    <a:schemeClr val="tx1"/>
                  </a:solidFill>
                </a:endParaRPr>
              </a:p>
            </p:txBody>
          </p:sp>
          <p:sp>
            <p:nvSpPr>
              <p:cNvPr id="9" name="Arrow: Chevron 18">
                <a:extLst>
                  <a:ext uri="{FF2B5EF4-FFF2-40B4-BE49-F238E27FC236}">
                    <a16:creationId xmlns:a16="http://schemas.microsoft.com/office/drawing/2014/main" id="{6331A22D-5922-DE42-1320-A2A0E4D24D8C}"/>
                  </a:ext>
                </a:extLst>
              </p:cNvPr>
              <p:cNvSpPr/>
              <p:nvPr/>
            </p:nvSpPr>
            <p:spPr>
              <a:xfrm rot="5400000" flipV="1">
                <a:off x="1429121" y="4470982"/>
                <a:ext cx="943822" cy="2484437"/>
              </a:xfrm>
              <a:prstGeom prst="chevron">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a:solidFill>
                    <a:schemeClr val="tx1"/>
                  </a:solidFill>
                </a:endParaRPr>
              </a:p>
            </p:txBody>
          </p:sp>
        </p:grpSp>
        <p:sp>
          <p:nvSpPr>
            <p:cNvPr id="5" name="Oval 4">
              <a:extLst>
                <a:ext uri="{FF2B5EF4-FFF2-40B4-BE49-F238E27FC236}">
                  <a16:creationId xmlns:a16="http://schemas.microsoft.com/office/drawing/2014/main" id="{C6F40C49-7E41-4910-6F95-273AF185C6A4}"/>
                </a:ext>
              </a:extLst>
            </p:cNvPr>
            <p:cNvSpPr/>
            <p:nvPr/>
          </p:nvSpPr>
          <p:spPr>
            <a:xfrm>
              <a:off x="1451611" y="2221697"/>
              <a:ext cx="896951" cy="896951"/>
            </a:xfrm>
            <a:prstGeom prst="ellipse">
              <a:avLst/>
            </a:prstGeom>
            <a:solidFill>
              <a:schemeClr val="accent6"/>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GB" sz="2400" b="1" dirty="0">
                  <a:solidFill>
                    <a:schemeClr val="bg1"/>
                  </a:solidFill>
                </a:rPr>
                <a:t>5</a:t>
              </a:r>
            </a:p>
          </p:txBody>
        </p:sp>
        <p:sp>
          <p:nvSpPr>
            <p:cNvPr id="6" name="TextBox 5">
              <a:extLst>
                <a:ext uri="{FF2B5EF4-FFF2-40B4-BE49-F238E27FC236}">
                  <a16:creationId xmlns:a16="http://schemas.microsoft.com/office/drawing/2014/main" id="{BD78B494-DC30-3E8B-3EC7-FCA567282E9E}"/>
                </a:ext>
              </a:extLst>
            </p:cNvPr>
            <p:cNvSpPr txBox="1"/>
            <p:nvPr/>
          </p:nvSpPr>
          <p:spPr>
            <a:xfrm>
              <a:off x="658813" y="3316999"/>
              <a:ext cx="2483787" cy="1813050"/>
            </a:xfrm>
            <a:prstGeom prst="rect">
              <a:avLst/>
            </a:prstGeom>
            <a:noFill/>
          </p:spPr>
          <p:txBody>
            <a:bodyPr wrap="square" rtlCol="0">
              <a:spAutoFit/>
            </a:bodyPr>
            <a:lstStyle/>
            <a:p>
              <a:pPr algn="ctr" defTabSz="914400">
                <a:defRPr/>
              </a:pPr>
              <a:r>
                <a:rPr lang="en-US" b="1" dirty="0">
                  <a:solidFill>
                    <a:schemeClr val="accent6"/>
                  </a:solidFill>
                  <a:latin typeface="+mj-lt"/>
                </a:rPr>
                <a:t>Habit changing</a:t>
              </a:r>
            </a:p>
            <a:p>
              <a:pPr lvl="0" algn="ctr" defTabSz="914400">
                <a:defRPr/>
              </a:pPr>
              <a:br>
                <a:rPr lang="en-GB" sz="1400" b="1" dirty="0">
                  <a:solidFill>
                    <a:srgbClr val="000000"/>
                  </a:solidFill>
                </a:rPr>
              </a:br>
              <a:r>
                <a:rPr lang="en-GB" sz="1200" dirty="0">
                  <a:solidFill>
                    <a:srgbClr val="000000"/>
                  </a:solidFill>
                </a:rPr>
                <a:t>Replace limiting habits with positive behaviours that support long-term personal growth and well-being.</a:t>
              </a:r>
              <a:endParaRPr kumimoji="0" lang="en-GB" sz="1400" i="0" u="none" strike="noStrike" kern="1200" cap="none" spc="0" normalizeH="0" baseline="0" noProof="0" dirty="0">
                <a:ln>
                  <a:noFill/>
                </a:ln>
                <a:solidFill>
                  <a:srgbClr val="000000"/>
                </a:solidFill>
                <a:effectLst/>
                <a:uLnTx/>
                <a:uFillTx/>
                <a:ea typeface="+mn-ea"/>
                <a:cs typeface="+mn-cs"/>
              </a:endParaRPr>
            </a:p>
          </p:txBody>
        </p:sp>
      </p:grpSp>
    </p:spTree>
    <p:extLst>
      <p:ext uri="{BB962C8B-B14F-4D97-AF65-F5344CB8AC3E}">
        <p14:creationId xmlns:p14="http://schemas.microsoft.com/office/powerpoint/2010/main" val="1936355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B11D60D-1406-4197-84AD-C6E1C7EE63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1" imgH="411" progId="TCLayout.ActiveDocument.1">
                  <p:embed/>
                </p:oleObj>
              </mc:Choice>
              <mc:Fallback>
                <p:oleObj name="think-cell Slide" r:id="rId4" imgW="411" imgH="411" progId="TCLayout.ActiveDocument.1">
                  <p:embed/>
                  <p:pic>
                    <p:nvPicPr>
                      <p:cNvPr id="5" name="Object 4" hidden="1">
                        <a:extLst>
                          <a:ext uri="{FF2B5EF4-FFF2-40B4-BE49-F238E27FC236}">
                            <a16:creationId xmlns:a16="http://schemas.microsoft.com/office/drawing/2014/main" id="{AB11D60D-1406-4197-84AD-C6E1C7EE63C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Rectangle: Single Corner Rounded 27">
            <a:extLst>
              <a:ext uri="{FF2B5EF4-FFF2-40B4-BE49-F238E27FC236}">
                <a16:creationId xmlns:a16="http://schemas.microsoft.com/office/drawing/2014/main" id="{88B6DF5F-FBE7-4EF7-9A06-B3311A0E2D36}"/>
              </a:ext>
            </a:extLst>
          </p:cNvPr>
          <p:cNvSpPr/>
          <p:nvPr/>
        </p:nvSpPr>
        <p:spPr>
          <a:xfrm rot="16200000">
            <a:off x="1686487" y="817344"/>
            <a:ext cx="1887202" cy="3942163"/>
          </a:xfrm>
          <a:prstGeom prst="round1Rect">
            <a:avLst>
              <a:gd name="adj" fmla="val 3709"/>
            </a:avLst>
          </a:prstGeom>
          <a:solidFill>
            <a:schemeClr val="accent1">
              <a:lumMod val="20000"/>
              <a:lumOff val="80000"/>
            </a:schemeClr>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25" name="Rectangle: Single Corner Rounded 24">
            <a:extLst>
              <a:ext uri="{FF2B5EF4-FFF2-40B4-BE49-F238E27FC236}">
                <a16:creationId xmlns:a16="http://schemas.microsoft.com/office/drawing/2014/main" id="{C8D0A5FD-C6C8-43DA-A933-D69CE45F609B}"/>
              </a:ext>
            </a:extLst>
          </p:cNvPr>
          <p:cNvSpPr/>
          <p:nvPr/>
        </p:nvSpPr>
        <p:spPr>
          <a:xfrm rot="10800000">
            <a:off x="4631411" y="4028147"/>
            <a:ext cx="1440000" cy="1874278"/>
          </a:xfrm>
          <a:prstGeom prst="round1Rect">
            <a:avLst>
              <a:gd name="adj" fmla="val 3709"/>
            </a:avLst>
          </a:prstGeom>
          <a:solidFill>
            <a:schemeClr val="accent4"/>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23" name="Rectangle: Single Corner Rounded 22">
            <a:extLst>
              <a:ext uri="{FF2B5EF4-FFF2-40B4-BE49-F238E27FC236}">
                <a16:creationId xmlns:a16="http://schemas.microsoft.com/office/drawing/2014/main" id="{1C2454A7-C8A1-4587-856A-7E550226BA51}"/>
              </a:ext>
            </a:extLst>
          </p:cNvPr>
          <p:cNvSpPr/>
          <p:nvPr/>
        </p:nvSpPr>
        <p:spPr>
          <a:xfrm>
            <a:off x="6114276" y="1844824"/>
            <a:ext cx="1476999" cy="1887200"/>
          </a:xfrm>
          <a:prstGeom prst="round1Rect">
            <a:avLst>
              <a:gd name="adj" fmla="val 8119"/>
            </a:avLst>
          </a:prstGeom>
          <a:solidFill>
            <a:schemeClr val="accent2"/>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24" name="Rectangle: Single Corner Rounded 23">
            <a:extLst>
              <a:ext uri="{FF2B5EF4-FFF2-40B4-BE49-F238E27FC236}">
                <a16:creationId xmlns:a16="http://schemas.microsoft.com/office/drawing/2014/main" id="{5B8E80B5-2ED9-4E92-B8F9-602DA3E4C48E}"/>
              </a:ext>
            </a:extLst>
          </p:cNvPr>
          <p:cNvSpPr/>
          <p:nvPr/>
        </p:nvSpPr>
        <p:spPr>
          <a:xfrm rot="5400000">
            <a:off x="5884820" y="4239239"/>
            <a:ext cx="1880324" cy="1458142"/>
          </a:xfrm>
          <a:prstGeom prst="round1Rect">
            <a:avLst>
              <a:gd name="adj" fmla="val 8119"/>
            </a:avLst>
          </a:prstGeom>
          <a:solidFill>
            <a:schemeClr val="accent3"/>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22" name="Rectangle: Single Corner Rounded 21">
            <a:extLst>
              <a:ext uri="{FF2B5EF4-FFF2-40B4-BE49-F238E27FC236}">
                <a16:creationId xmlns:a16="http://schemas.microsoft.com/office/drawing/2014/main" id="{FBAA5A67-159C-4635-8EBA-4DA1BA7F935E}"/>
              </a:ext>
            </a:extLst>
          </p:cNvPr>
          <p:cNvSpPr/>
          <p:nvPr/>
        </p:nvSpPr>
        <p:spPr>
          <a:xfrm rot="16200000">
            <a:off x="4414123" y="2068424"/>
            <a:ext cx="1887201" cy="1440000"/>
          </a:xfrm>
          <a:prstGeom prst="round1Rect">
            <a:avLst>
              <a:gd name="adj" fmla="val 3709"/>
            </a:avLst>
          </a:prstGeom>
          <a:solidFill>
            <a:schemeClr val="tx2"/>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12" name="Rectangle: Rounded Corners 11">
            <a:extLst>
              <a:ext uri="{FF2B5EF4-FFF2-40B4-BE49-F238E27FC236}">
                <a16:creationId xmlns:a16="http://schemas.microsoft.com/office/drawing/2014/main" id="{88B35404-3443-47E0-8B1E-3F6F15A55CBB}"/>
              </a:ext>
            </a:extLst>
          </p:cNvPr>
          <p:cNvSpPr/>
          <p:nvPr/>
        </p:nvSpPr>
        <p:spPr>
          <a:xfrm>
            <a:off x="4637724" y="1844824"/>
            <a:ext cx="1440000" cy="1899619"/>
          </a:xfrm>
          <a:prstGeom prst="roundRect">
            <a:avLst>
              <a:gd name="adj" fmla="val 5299"/>
            </a:avLst>
          </a:prstGeom>
          <a:noFill/>
        </p:spPr>
        <p:txBody>
          <a:bodyPr wrap="square" lIns="36000" tIns="36000" rIns="36000" bIns="36000" rtlCol="0" anchor="ctr">
            <a:noAutofit/>
          </a:bodyPr>
          <a:lstStyle/>
          <a:p>
            <a:pPr algn="ctr"/>
            <a:r>
              <a:rPr lang="en-GB" sz="2400" b="1" dirty="0">
                <a:solidFill>
                  <a:schemeClr val="bg1"/>
                </a:solidFill>
                <a:latin typeface="+mj-lt"/>
              </a:rPr>
              <a:t>IDEA (30%)</a:t>
            </a:r>
          </a:p>
        </p:txBody>
      </p:sp>
      <p:sp>
        <p:nvSpPr>
          <p:cNvPr id="14" name="Rectangle: Rounded Corners 13">
            <a:extLst>
              <a:ext uri="{FF2B5EF4-FFF2-40B4-BE49-F238E27FC236}">
                <a16:creationId xmlns:a16="http://schemas.microsoft.com/office/drawing/2014/main" id="{9D5D7813-75CA-4DA9-8405-9576A2A91729}"/>
              </a:ext>
            </a:extLst>
          </p:cNvPr>
          <p:cNvSpPr/>
          <p:nvPr/>
        </p:nvSpPr>
        <p:spPr>
          <a:xfrm>
            <a:off x="6114276" y="1844823"/>
            <a:ext cx="1440000" cy="1887201"/>
          </a:xfrm>
          <a:prstGeom prst="roundRect">
            <a:avLst>
              <a:gd name="adj" fmla="val 4457"/>
            </a:avLst>
          </a:prstGeom>
          <a:noFill/>
        </p:spPr>
        <p:txBody>
          <a:bodyPr wrap="square" lIns="36000" tIns="36000" rIns="36000" bIns="36000" rtlCol="0" anchor="ctr">
            <a:noAutofit/>
          </a:bodyPr>
          <a:lstStyle/>
          <a:p>
            <a:pPr algn="ctr"/>
            <a:r>
              <a:rPr lang="en-GB" sz="2400" b="1" dirty="0">
                <a:solidFill>
                  <a:schemeClr val="bg1"/>
                </a:solidFill>
                <a:latin typeface="+mj-lt"/>
              </a:rPr>
              <a:t>IMPLEMENTATION (30%)</a:t>
            </a:r>
          </a:p>
        </p:txBody>
      </p:sp>
      <p:sp>
        <p:nvSpPr>
          <p:cNvPr id="15" name="Rectangle: Rounded Corners 14">
            <a:extLst>
              <a:ext uri="{FF2B5EF4-FFF2-40B4-BE49-F238E27FC236}">
                <a16:creationId xmlns:a16="http://schemas.microsoft.com/office/drawing/2014/main" id="{26E8C9E8-7CCD-44CC-B216-8F4F3BB94A7C}"/>
              </a:ext>
            </a:extLst>
          </p:cNvPr>
          <p:cNvSpPr/>
          <p:nvPr/>
        </p:nvSpPr>
        <p:spPr>
          <a:xfrm>
            <a:off x="6120720" y="4015764"/>
            <a:ext cx="1512571" cy="1833095"/>
          </a:xfrm>
          <a:prstGeom prst="roundRect">
            <a:avLst>
              <a:gd name="adj" fmla="val 4457"/>
            </a:avLst>
          </a:prstGeom>
          <a:noFill/>
        </p:spPr>
        <p:txBody>
          <a:bodyPr wrap="square" lIns="36000" tIns="36000" rIns="36000" bIns="36000" rtlCol="0" anchor="ctr">
            <a:noAutofit/>
          </a:bodyPr>
          <a:lstStyle/>
          <a:p>
            <a:pPr algn="ctr"/>
            <a:r>
              <a:rPr lang="en-GB" sz="2400" b="1" dirty="0">
                <a:solidFill>
                  <a:schemeClr val="bg1"/>
                </a:solidFill>
                <a:latin typeface="+mj-lt"/>
              </a:rPr>
              <a:t>WOW FACTOR (10%)</a:t>
            </a:r>
          </a:p>
        </p:txBody>
      </p:sp>
      <p:sp>
        <p:nvSpPr>
          <p:cNvPr id="16" name="Rectangle: Rounded Corners 15">
            <a:extLst>
              <a:ext uri="{FF2B5EF4-FFF2-40B4-BE49-F238E27FC236}">
                <a16:creationId xmlns:a16="http://schemas.microsoft.com/office/drawing/2014/main" id="{56560493-AECA-4DC7-806B-DBF9335976D5}"/>
              </a:ext>
            </a:extLst>
          </p:cNvPr>
          <p:cNvSpPr/>
          <p:nvPr/>
        </p:nvSpPr>
        <p:spPr>
          <a:xfrm>
            <a:off x="4552663" y="4047663"/>
            <a:ext cx="1440000" cy="1789612"/>
          </a:xfrm>
          <a:prstGeom prst="roundRect">
            <a:avLst>
              <a:gd name="adj" fmla="val 4457"/>
            </a:avLst>
          </a:prstGeom>
          <a:noFill/>
        </p:spPr>
        <p:txBody>
          <a:bodyPr wrap="square" lIns="36000" tIns="36000" rIns="36000" bIns="36000" rtlCol="0" anchor="ctr">
            <a:noAutofit/>
          </a:bodyPr>
          <a:lstStyle/>
          <a:p>
            <a:pPr algn="ctr"/>
            <a:r>
              <a:rPr lang="en-GB" sz="2400" b="1" dirty="0">
                <a:solidFill>
                  <a:schemeClr val="bg1"/>
                </a:solidFill>
                <a:latin typeface="+mj-lt"/>
              </a:rPr>
              <a:t>PITCH / DEMO (30%)</a:t>
            </a:r>
          </a:p>
        </p:txBody>
      </p:sp>
      <p:sp>
        <p:nvSpPr>
          <p:cNvPr id="3" name="Slide Number Placeholder 2">
            <a:extLst>
              <a:ext uri="{FF2B5EF4-FFF2-40B4-BE49-F238E27FC236}">
                <a16:creationId xmlns:a16="http://schemas.microsoft.com/office/drawing/2014/main" id="{EA5464D6-0B41-4BBE-BCF3-0FC42C2445C7}"/>
              </a:ext>
            </a:extLst>
          </p:cNvPr>
          <p:cNvSpPr>
            <a:spLocks noGrp="1"/>
          </p:cNvSpPr>
          <p:nvPr>
            <p:ph type="sldNum" sz="quarter" idx="11"/>
          </p:nvPr>
        </p:nvSpPr>
        <p:spPr bwMode="gray">
          <a:xfrm>
            <a:off x="10067636" y="6403940"/>
            <a:ext cx="1465327" cy="204727"/>
          </a:xfrm>
          <a:prstGeom prst="rect">
            <a:avLst/>
          </a:prstGeom>
        </p:spPr>
        <p:txBody>
          <a:bodyPr vert="horz" lIns="0" tIns="0" rIns="0" bIns="0" rtlCol="0" anchor="ctr"/>
          <a:lstStyle>
            <a:defPPr>
              <a:defRPr lang="en-GB"/>
            </a:defPPr>
            <a:lvl1pPr marL="0" algn="r" defTabSz="914400" rtl="0" eaLnBrk="1" latinLnBrk="0" hangingPunct="1">
              <a:defRPr sz="1000" b="0" i="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ING Hubs | </a:t>
            </a:r>
            <a:fld id="{DDD2A080-DA64-4F5C-9131-47EB793B4410}" type="slidenum">
              <a:rPr lang="en-GB" smtClean="0"/>
              <a:pPr/>
              <a:t>3</a:t>
            </a:fld>
            <a:endParaRPr lang="en-GB" dirty="0"/>
          </a:p>
        </p:txBody>
      </p:sp>
      <p:sp>
        <p:nvSpPr>
          <p:cNvPr id="18" name="TextBox 17">
            <a:extLst>
              <a:ext uri="{FF2B5EF4-FFF2-40B4-BE49-F238E27FC236}">
                <a16:creationId xmlns:a16="http://schemas.microsoft.com/office/drawing/2014/main" id="{BD2A5F5E-6019-4EF3-AA5D-569E9E232136}"/>
              </a:ext>
            </a:extLst>
          </p:cNvPr>
          <p:cNvSpPr txBox="1"/>
          <p:nvPr/>
        </p:nvSpPr>
        <p:spPr>
          <a:xfrm>
            <a:off x="5458523" y="1412776"/>
            <a:ext cx="1274955" cy="288147"/>
          </a:xfrm>
          <a:prstGeom prst="rect">
            <a:avLst/>
          </a:prstGeom>
          <a:noFill/>
        </p:spPr>
        <p:txBody>
          <a:bodyPr wrap="none" lIns="36000" tIns="36000" rIns="36000" bIns="36000" rtlCol="0">
            <a:spAutoFit/>
          </a:bodyPr>
          <a:lstStyle/>
          <a:p>
            <a:pPr algn="ctr"/>
            <a:r>
              <a:rPr lang="en-GB" sz="1400" b="1" dirty="0"/>
              <a:t>Decision areas</a:t>
            </a:r>
            <a:endParaRPr lang="en-GB" sz="1400" dirty="0"/>
          </a:p>
        </p:txBody>
      </p:sp>
      <p:cxnSp>
        <p:nvCxnSpPr>
          <p:cNvPr id="19" name="Straight Connector 18">
            <a:extLst>
              <a:ext uri="{FF2B5EF4-FFF2-40B4-BE49-F238E27FC236}">
                <a16:creationId xmlns:a16="http://schemas.microsoft.com/office/drawing/2014/main" id="{0E6EBC61-DFB3-4777-86D6-BA47417A685B}"/>
              </a:ext>
            </a:extLst>
          </p:cNvPr>
          <p:cNvCxnSpPr>
            <a:cxnSpLocks/>
          </p:cNvCxnSpPr>
          <p:nvPr/>
        </p:nvCxnSpPr>
        <p:spPr>
          <a:xfrm>
            <a:off x="4692000" y="1700923"/>
            <a:ext cx="2808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6304F64-D319-494F-832B-BBAB7B980AC4}"/>
              </a:ext>
            </a:extLst>
          </p:cNvPr>
          <p:cNvSpPr txBox="1"/>
          <p:nvPr/>
        </p:nvSpPr>
        <p:spPr>
          <a:xfrm>
            <a:off x="659008" y="1412776"/>
            <a:ext cx="1015269" cy="288147"/>
          </a:xfrm>
          <a:prstGeom prst="rect">
            <a:avLst/>
          </a:prstGeom>
          <a:noFill/>
        </p:spPr>
        <p:txBody>
          <a:bodyPr wrap="none" lIns="36000" tIns="36000" rIns="36000" bIns="36000" rtlCol="0">
            <a:spAutoFit/>
          </a:bodyPr>
          <a:lstStyle/>
          <a:p>
            <a:pPr algn="ctr"/>
            <a:r>
              <a:rPr lang="en-GB" sz="1400" b="1" dirty="0"/>
              <a:t>Description</a:t>
            </a:r>
            <a:endParaRPr lang="en-GB" sz="1400" dirty="0"/>
          </a:p>
        </p:txBody>
      </p:sp>
      <p:cxnSp>
        <p:nvCxnSpPr>
          <p:cNvPr id="20" name="Straight Connector 19">
            <a:extLst>
              <a:ext uri="{FF2B5EF4-FFF2-40B4-BE49-F238E27FC236}">
                <a16:creationId xmlns:a16="http://schemas.microsoft.com/office/drawing/2014/main" id="{3498D652-221B-4DC0-8802-EBE91EB2BA32}"/>
              </a:ext>
            </a:extLst>
          </p:cNvPr>
          <p:cNvCxnSpPr>
            <a:cxnSpLocks/>
          </p:cNvCxnSpPr>
          <p:nvPr/>
        </p:nvCxnSpPr>
        <p:spPr>
          <a:xfrm>
            <a:off x="659008" y="1700923"/>
            <a:ext cx="3960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21201F9-19E4-4D58-9A6A-25999B55A509}"/>
              </a:ext>
            </a:extLst>
          </p:cNvPr>
          <p:cNvSpPr txBox="1"/>
          <p:nvPr/>
        </p:nvSpPr>
        <p:spPr>
          <a:xfrm>
            <a:off x="10516708" y="1412776"/>
            <a:ext cx="1015269" cy="288147"/>
          </a:xfrm>
          <a:prstGeom prst="rect">
            <a:avLst/>
          </a:prstGeom>
          <a:noFill/>
        </p:spPr>
        <p:txBody>
          <a:bodyPr wrap="none" lIns="36000" tIns="36000" rIns="36000" bIns="36000" rtlCol="0">
            <a:spAutoFit/>
          </a:bodyPr>
          <a:lstStyle/>
          <a:p>
            <a:pPr algn="ctr"/>
            <a:r>
              <a:rPr lang="en-GB" sz="1400" b="1" dirty="0"/>
              <a:t>Description</a:t>
            </a:r>
            <a:endParaRPr lang="en-GB" sz="1400" dirty="0"/>
          </a:p>
        </p:txBody>
      </p:sp>
      <p:cxnSp>
        <p:nvCxnSpPr>
          <p:cNvPr id="26" name="Straight Connector 25">
            <a:extLst>
              <a:ext uri="{FF2B5EF4-FFF2-40B4-BE49-F238E27FC236}">
                <a16:creationId xmlns:a16="http://schemas.microsoft.com/office/drawing/2014/main" id="{85D0929E-4FC1-411A-889B-66FA55A0545C}"/>
              </a:ext>
            </a:extLst>
          </p:cNvPr>
          <p:cNvCxnSpPr>
            <a:cxnSpLocks/>
          </p:cNvCxnSpPr>
          <p:nvPr/>
        </p:nvCxnSpPr>
        <p:spPr>
          <a:xfrm>
            <a:off x="7573440" y="1700923"/>
            <a:ext cx="39600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117EFD0-B497-4365-A43B-F48404F5B7DB}"/>
              </a:ext>
            </a:extLst>
          </p:cNvPr>
          <p:cNvSpPr txBox="1"/>
          <p:nvPr/>
        </p:nvSpPr>
        <p:spPr>
          <a:xfrm>
            <a:off x="659006" y="1844824"/>
            <a:ext cx="3942163" cy="2227139"/>
          </a:xfrm>
          <a:prstGeom prst="rect">
            <a:avLst/>
          </a:prstGeom>
          <a:noFill/>
        </p:spPr>
        <p:txBody>
          <a:bodyPr wrap="square" lIns="36000" tIns="36000" rIns="36000" bIns="36000" rtlCol="0">
            <a:spAutoFit/>
          </a:bodyPr>
          <a:lstStyle/>
          <a:p>
            <a:pPr marL="144000" indent="-144000">
              <a:buClr>
                <a:schemeClr val="accent1"/>
              </a:buClr>
              <a:buFont typeface="Wingdings" panose="05000000000000000000" pitchFamily="2" charset="2"/>
              <a:buChar char="§"/>
            </a:pPr>
            <a:r>
              <a:rPr lang="en-US" sz="1400" dirty="0"/>
              <a:t>How unique is the concept in making your wellbeing solution available for all?</a:t>
            </a:r>
          </a:p>
          <a:p>
            <a:pPr>
              <a:buClr>
                <a:schemeClr val="accent1"/>
              </a:buClr>
            </a:pPr>
            <a:r>
              <a:rPr lang="en-US" sz="1400" dirty="0"/>
              <a:t> </a:t>
            </a:r>
          </a:p>
          <a:p>
            <a:pPr marL="144000" indent="-144000">
              <a:buClr>
                <a:schemeClr val="accent1"/>
              </a:buClr>
              <a:buFont typeface="Wingdings" panose="05000000000000000000" pitchFamily="2" charset="2"/>
              <a:buChar char="§"/>
            </a:pPr>
            <a:r>
              <a:rPr lang="en-US" sz="1400" dirty="0"/>
              <a:t>Does the idea promote efficient use of resources?</a:t>
            </a:r>
          </a:p>
          <a:p>
            <a:pPr>
              <a:buClr>
                <a:schemeClr val="accent1"/>
              </a:buClr>
            </a:pPr>
            <a:endParaRPr lang="en-US" sz="1400" dirty="0"/>
          </a:p>
          <a:p>
            <a:pPr marL="144000" indent="-144000">
              <a:buClr>
                <a:schemeClr val="accent1"/>
              </a:buClr>
              <a:buFont typeface="Wingdings" panose="05000000000000000000" pitchFamily="2" charset="2"/>
              <a:buChar char="§"/>
            </a:pPr>
            <a:r>
              <a:rPr lang="en-US" sz="1400" dirty="0"/>
              <a:t>How much does your solution impact wellbeing of your consumers?</a:t>
            </a:r>
          </a:p>
          <a:p>
            <a:pPr marL="144000" indent="-144000">
              <a:buClr>
                <a:schemeClr val="accent1"/>
              </a:buClr>
              <a:buFont typeface="Wingdings" panose="05000000000000000000" pitchFamily="2" charset="2"/>
              <a:buChar char="§"/>
            </a:pPr>
            <a:endParaRPr lang="en-US" sz="1400" dirty="0"/>
          </a:p>
          <a:p>
            <a:pPr marL="144000" indent="-144000">
              <a:buClr>
                <a:schemeClr val="accent1"/>
              </a:buClr>
              <a:buFont typeface="Wingdings" panose="05000000000000000000" pitchFamily="2" charset="2"/>
              <a:buChar char="§"/>
            </a:pPr>
            <a:endParaRPr lang="en-US" sz="1400" dirty="0"/>
          </a:p>
        </p:txBody>
      </p:sp>
      <p:sp>
        <p:nvSpPr>
          <p:cNvPr id="29" name="Rectangle: Single Corner Rounded 28">
            <a:extLst>
              <a:ext uri="{FF2B5EF4-FFF2-40B4-BE49-F238E27FC236}">
                <a16:creationId xmlns:a16="http://schemas.microsoft.com/office/drawing/2014/main" id="{63C36555-1EFE-44F6-A71F-870150E275A1}"/>
              </a:ext>
            </a:extLst>
          </p:cNvPr>
          <p:cNvSpPr/>
          <p:nvPr/>
        </p:nvSpPr>
        <p:spPr>
          <a:xfrm rot="5400000" flipV="1">
            <a:off x="1672914" y="2984489"/>
            <a:ext cx="1868232" cy="3967630"/>
          </a:xfrm>
          <a:prstGeom prst="round1Rect">
            <a:avLst>
              <a:gd name="adj" fmla="val 3709"/>
            </a:avLst>
          </a:prstGeom>
          <a:solidFill>
            <a:schemeClr val="accent4">
              <a:lumMod val="20000"/>
              <a:lumOff val="80000"/>
            </a:schemeClr>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30" name="Rectangle: Single Corner Rounded 29">
            <a:extLst>
              <a:ext uri="{FF2B5EF4-FFF2-40B4-BE49-F238E27FC236}">
                <a16:creationId xmlns:a16="http://schemas.microsoft.com/office/drawing/2014/main" id="{028B9304-C271-4F84-99AC-A125E0D6CFD5}"/>
              </a:ext>
            </a:extLst>
          </p:cNvPr>
          <p:cNvSpPr/>
          <p:nvPr/>
        </p:nvSpPr>
        <p:spPr>
          <a:xfrm rot="16200000" flipH="1" flipV="1">
            <a:off x="8663591" y="2985126"/>
            <a:ext cx="1868230" cy="3942163"/>
          </a:xfrm>
          <a:prstGeom prst="round1Rect">
            <a:avLst>
              <a:gd name="adj" fmla="val 3709"/>
            </a:avLst>
          </a:prstGeom>
          <a:solidFill>
            <a:schemeClr val="accent3">
              <a:lumMod val="20000"/>
              <a:lumOff val="80000"/>
            </a:schemeClr>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31" name="Rectangle: Single Corner Rounded 30">
            <a:extLst>
              <a:ext uri="{FF2B5EF4-FFF2-40B4-BE49-F238E27FC236}">
                <a16:creationId xmlns:a16="http://schemas.microsoft.com/office/drawing/2014/main" id="{AD7CAAD8-85FE-4F41-8B77-32E6182093B5}"/>
              </a:ext>
            </a:extLst>
          </p:cNvPr>
          <p:cNvSpPr/>
          <p:nvPr/>
        </p:nvSpPr>
        <p:spPr>
          <a:xfrm rot="5400000" flipH="1">
            <a:off x="8667142" y="817339"/>
            <a:ext cx="1887193" cy="3942163"/>
          </a:xfrm>
          <a:prstGeom prst="round1Rect">
            <a:avLst>
              <a:gd name="adj" fmla="val 3709"/>
            </a:avLst>
          </a:prstGeom>
          <a:solidFill>
            <a:schemeClr val="accent2">
              <a:lumMod val="20000"/>
              <a:lumOff val="80000"/>
            </a:schemeClr>
          </a:solidFill>
        </p:spPr>
        <p:txBody>
          <a:bodyPr wrap="square" lIns="36000" tIns="36000" rIns="36000" bIns="36000" rtlCol="0" anchor="ctr">
            <a:noAutofit/>
          </a:bodyPr>
          <a:lstStyle/>
          <a:p>
            <a:pPr algn="ctr"/>
            <a:endParaRPr lang="en-GB" sz="1400" b="1" dirty="0">
              <a:solidFill>
                <a:schemeClr val="bg1"/>
              </a:solidFill>
              <a:latin typeface="+mj-lt"/>
            </a:endParaRPr>
          </a:p>
        </p:txBody>
      </p:sp>
      <p:sp>
        <p:nvSpPr>
          <p:cNvPr id="32" name="TextBox 31">
            <a:extLst>
              <a:ext uri="{FF2B5EF4-FFF2-40B4-BE49-F238E27FC236}">
                <a16:creationId xmlns:a16="http://schemas.microsoft.com/office/drawing/2014/main" id="{E43B2A83-9694-4CC5-9150-4C8B59300034}"/>
              </a:ext>
            </a:extLst>
          </p:cNvPr>
          <p:cNvSpPr txBox="1"/>
          <p:nvPr/>
        </p:nvSpPr>
        <p:spPr>
          <a:xfrm>
            <a:off x="7621820" y="4121817"/>
            <a:ext cx="3942163" cy="1365365"/>
          </a:xfrm>
          <a:prstGeom prst="rect">
            <a:avLst/>
          </a:prstGeom>
          <a:noFill/>
        </p:spPr>
        <p:txBody>
          <a:bodyPr wrap="square" lIns="36000" tIns="36000" rIns="36000" bIns="36000" rtlCol="0" anchor="t">
            <a:spAutoFit/>
          </a:bodyPr>
          <a:lstStyle/>
          <a:p>
            <a:pPr marL="143510" indent="-143510">
              <a:buClr>
                <a:schemeClr val="accent3"/>
              </a:buClr>
              <a:buFont typeface="Wingdings" panose="05000000000000000000" pitchFamily="2" charset="2"/>
              <a:buChar char="§"/>
            </a:pPr>
            <a:r>
              <a:rPr lang="en-US" sz="1400" dirty="0"/>
              <a:t>Does the project have the potential to be scaled up and set an example for other tech products? </a:t>
            </a:r>
          </a:p>
          <a:p>
            <a:pPr>
              <a:buClr>
                <a:schemeClr val="accent3"/>
              </a:buClr>
            </a:pPr>
            <a:endParaRPr lang="en-US" sz="1400" dirty="0"/>
          </a:p>
          <a:p>
            <a:pPr marL="143510" indent="-143510">
              <a:buClr>
                <a:schemeClr val="accent3"/>
              </a:buClr>
              <a:buFont typeface="Wingdings" panose="05000000000000000000" pitchFamily="2" charset="2"/>
              <a:buChar char="§"/>
            </a:pPr>
            <a:r>
              <a:rPr lang="en-US" sz="1400" dirty="0"/>
              <a:t>Does the solution provide a surprising or particularly innovative approach to wellbeing? </a:t>
            </a:r>
            <a:endParaRPr lang="en-US" sz="1400" dirty="0">
              <a:cs typeface="ING Me"/>
            </a:endParaRPr>
          </a:p>
        </p:txBody>
      </p:sp>
      <p:sp>
        <p:nvSpPr>
          <p:cNvPr id="33" name="TextBox 32">
            <a:extLst>
              <a:ext uri="{FF2B5EF4-FFF2-40B4-BE49-F238E27FC236}">
                <a16:creationId xmlns:a16="http://schemas.microsoft.com/office/drawing/2014/main" id="{5185E4F6-41D9-4749-927D-4ED140C9F50D}"/>
              </a:ext>
            </a:extLst>
          </p:cNvPr>
          <p:cNvSpPr txBox="1"/>
          <p:nvPr/>
        </p:nvSpPr>
        <p:spPr>
          <a:xfrm>
            <a:off x="7688039" y="1948191"/>
            <a:ext cx="3942163" cy="1796252"/>
          </a:xfrm>
          <a:prstGeom prst="rect">
            <a:avLst/>
          </a:prstGeom>
          <a:noFill/>
        </p:spPr>
        <p:txBody>
          <a:bodyPr wrap="square" lIns="36000" tIns="36000" rIns="36000" bIns="36000" rtlCol="0">
            <a:spAutoFit/>
          </a:bodyPr>
          <a:lstStyle/>
          <a:p>
            <a:pPr marL="144000" indent="-144000">
              <a:buClr>
                <a:schemeClr val="accent2"/>
              </a:buClr>
              <a:buFont typeface="Wingdings" panose="05000000000000000000" pitchFamily="2" charset="2"/>
              <a:buChar char="§"/>
            </a:pPr>
            <a:r>
              <a:rPr lang="en-US" sz="1400" dirty="0"/>
              <a:t>How well can the implemented solution be integrated in the real-world system (level of maturity)? </a:t>
            </a:r>
          </a:p>
          <a:p>
            <a:pPr>
              <a:buClr>
                <a:schemeClr val="accent2"/>
              </a:buClr>
            </a:pPr>
            <a:endParaRPr lang="en-US" sz="1400" dirty="0"/>
          </a:p>
          <a:p>
            <a:pPr marL="144000" indent="-144000">
              <a:buClr>
                <a:schemeClr val="accent2"/>
              </a:buClr>
              <a:buFont typeface="Wingdings" panose="05000000000000000000" pitchFamily="2" charset="2"/>
              <a:buChar char="§"/>
            </a:pPr>
            <a:r>
              <a:rPr lang="en-US" sz="1400" dirty="0"/>
              <a:t>Is it performing as intended? </a:t>
            </a:r>
          </a:p>
          <a:p>
            <a:pPr>
              <a:buClr>
                <a:schemeClr val="accent2"/>
              </a:buClr>
            </a:pPr>
            <a:endParaRPr lang="en-US" sz="1400" dirty="0"/>
          </a:p>
          <a:p>
            <a:pPr marL="144000" indent="-144000">
              <a:buClr>
                <a:schemeClr val="accent2"/>
              </a:buClr>
              <a:buFont typeface="Wingdings" panose="05000000000000000000" pitchFamily="2" charset="2"/>
              <a:buChar char="§"/>
            </a:pPr>
            <a:r>
              <a:rPr lang="en-US" sz="1400" dirty="0"/>
              <a:t>Design of architecture</a:t>
            </a:r>
          </a:p>
          <a:p>
            <a:pPr marL="144000" indent="-144000">
              <a:buClr>
                <a:schemeClr val="accent2"/>
              </a:buClr>
              <a:buFont typeface="Wingdings" panose="05000000000000000000" pitchFamily="2" charset="2"/>
              <a:buChar char="§"/>
            </a:pPr>
            <a:endParaRPr lang="en-US" sz="1400" dirty="0"/>
          </a:p>
        </p:txBody>
      </p:sp>
      <p:sp>
        <p:nvSpPr>
          <p:cNvPr id="34" name="TextBox 33">
            <a:extLst>
              <a:ext uri="{FF2B5EF4-FFF2-40B4-BE49-F238E27FC236}">
                <a16:creationId xmlns:a16="http://schemas.microsoft.com/office/drawing/2014/main" id="{50235727-2E70-4C3E-81A4-0AA03DAF748B}"/>
              </a:ext>
            </a:extLst>
          </p:cNvPr>
          <p:cNvSpPr txBox="1"/>
          <p:nvPr/>
        </p:nvSpPr>
        <p:spPr>
          <a:xfrm>
            <a:off x="650411" y="4101331"/>
            <a:ext cx="3942163" cy="1796252"/>
          </a:xfrm>
          <a:prstGeom prst="rect">
            <a:avLst/>
          </a:prstGeom>
          <a:noFill/>
        </p:spPr>
        <p:txBody>
          <a:bodyPr wrap="square" lIns="36000" tIns="36000" rIns="36000" bIns="36000" rtlCol="0" anchor="t">
            <a:spAutoFit/>
          </a:bodyPr>
          <a:lstStyle/>
          <a:p>
            <a:pPr marL="144000" indent="-144000">
              <a:buClr>
                <a:schemeClr val="accent4"/>
              </a:buClr>
              <a:buFont typeface="Wingdings" panose="05000000000000000000" pitchFamily="2" charset="2"/>
              <a:buChar char="§"/>
            </a:pPr>
            <a:r>
              <a:rPr lang="en-US" sz="1400" dirty="0"/>
              <a:t>How clearly do the participants communicate their idea and its relevance? </a:t>
            </a:r>
          </a:p>
          <a:p>
            <a:pPr>
              <a:buClr>
                <a:schemeClr val="accent4"/>
              </a:buClr>
            </a:pPr>
            <a:endParaRPr lang="en-US" sz="1400" dirty="0"/>
          </a:p>
          <a:p>
            <a:pPr marL="143510" indent="-143510">
              <a:buClr>
                <a:schemeClr val="accent4"/>
              </a:buClr>
              <a:buFont typeface="Wingdings" panose="05000000000000000000" pitchFamily="2" charset="2"/>
              <a:buChar char="§"/>
            </a:pPr>
            <a:r>
              <a:rPr lang="en-US" sz="1400" dirty="0">
                <a:cs typeface="ING Me"/>
              </a:rPr>
              <a:t>Will it be appealing for people trying to improve their wellbeing?</a:t>
            </a:r>
          </a:p>
          <a:p>
            <a:pPr>
              <a:buClr>
                <a:schemeClr val="accent4"/>
              </a:buClr>
            </a:pPr>
            <a:endParaRPr lang="en-US" sz="1400" dirty="0"/>
          </a:p>
          <a:p>
            <a:pPr marL="143510" indent="-143510">
              <a:buClr>
                <a:schemeClr val="accent4"/>
              </a:buClr>
              <a:buFont typeface="Wingdings" panose="05000000000000000000" pitchFamily="2" charset="2"/>
              <a:buChar char="§"/>
            </a:pPr>
            <a:r>
              <a:rPr lang="en-US" sz="1400" dirty="0"/>
              <a:t>How does it look? How easy it is to utilize?</a:t>
            </a:r>
            <a:endParaRPr lang="en-US" sz="1400" dirty="0">
              <a:cs typeface="ING Me"/>
            </a:endParaRPr>
          </a:p>
          <a:p>
            <a:pPr marL="143510" indent="-143510">
              <a:buClr>
                <a:schemeClr val="accent4"/>
              </a:buClr>
              <a:buFont typeface="Wingdings" panose="05000000000000000000" pitchFamily="2" charset="2"/>
              <a:buChar char="§"/>
            </a:pPr>
            <a:endParaRPr lang="en-US" sz="1400" dirty="0">
              <a:cs typeface="ING Me"/>
            </a:endParaRPr>
          </a:p>
        </p:txBody>
      </p:sp>
      <p:sp>
        <p:nvSpPr>
          <p:cNvPr id="4" name="Title 36">
            <a:extLst>
              <a:ext uri="{FF2B5EF4-FFF2-40B4-BE49-F238E27FC236}">
                <a16:creationId xmlns:a16="http://schemas.microsoft.com/office/drawing/2014/main" id="{D4B11BB4-CA59-0361-8806-085712F2C7D7}"/>
              </a:ext>
            </a:extLst>
          </p:cNvPr>
          <p:cNvSpPr txBox="1">
            <a:spLocks/>
          </p:cNvSpPr>
          <p:nvPr/>
        </p:nvSpPr>
        <p:spPr>
          <a:xfrm>
            <a:off x="273899" y="249333"/>
            <a:ext cx="11606844" cy="1218485"/>
          </a:xfrm>
          <a:prstGeom prst="rect">
            <a:avLst/>
          </a:prstGeom>
        </p:spPr>
        <p:txBody>
          <a:bodyPr vert="horz" lIns="91440" tIns="45720" rIns="91440" bIns="45720" rtlCol="0" anchor="t" anchorCtr="0">
            <a:noAutofit/>
          </a:bodyPr>
          <a:lstStyle>
            <a:lvl1pPr algn="l" defTabSz="914400" rtl="0" eaLnBrk="1" latinLnBrk="0" hangingPunct="1">
              <a:lnSpc>
                <a:spcPct val="100000"/>
              </a:lnSpc>
              <a:spcBef>
                <a:spcPct val="0"/>
              </a:spcBef>
              <a:buNone/>
              <a:defRPr sz="3600" b="1" i="0" kern="1200">
                <a:solidFill>
                  <a:srgbClr val="FF6200"/>
                </a:solidFill>
                <a:latin typeface="ING display" panose="020B0603030508020203" pitchFamily="34" charset="77"/>
                <a:ea typeface="+mj-ea"/>
                <a:cs typeface="+mj-cs"/>
              </a:defRPr>
            </a:lvl1pPr>
          </a:lstStyle>
          <a:p>
            <a:r>
              <a:rPr lang="nl-NL" dirty="0"/>
              <a:t>Evaluation Criteria | </a:t>
            </a:r>
            <a:r>
              <a:rPr lang="nl-NL" b="0" dirty="0">
                <a:solidFill>
                  <a:schemeClr val="bg2">
                    <a:lumMod val="50000"/>
                  </a:schemeClr>
                </a:solidFill>
              </a:rPr>
              <a:t>Rules of </a:t>
            </a:r>
            <a:r>
              <a:rPr lang="nl-NL" b="0" dirty="0" err="1">
                <a:solidFill>
                  <a:schemeClr val="bg2">
                    <a:lumMod val="50000"/>
                  </a:schemeClr>
                </a:solidFill>
              </a:rPr>
              <a:t>the</a:t>
            </a:r>
            <a:r>
              <a:rPr lang="nl-NL" b="0" dirty="0">
                <a:solidFill>
                  <a:schemeClr val="bg2">
                    <a:lumMod val="50000"/>
                  </a:schemeClr>
                </a:solidFill>
              </a:rPr>
              <a:t> game</a:t>
            </a:r>
            <a:endParaRPr lang="en-GB" b="0" dirty="0">
              <a:solidFill>
                <a:schemeClr val="bg2">
                  <a:lumMod val="50000"/>
                </a:schemeClr>
              </a:solidFill>
            </a:endParaRPr>
          </a:p>
        </p:txBody>
      </p:sp>
    </p:spTree>
    <p:extLst>
      <p:ext uri="{BB962C8B-B14F-4D97-AF65-F5344CB8AC3E}">
        <p14:creationId xmlns:p14="http://schemas.microsoft.com/office/powerpoint/2010/main" val="1198779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F0BCCF-1691-22EC-4007-8E831F20162C}"/>
              </a:ext>
            </a:extLst>
          </p:cNvPr>
          <p:cNvSpPr>
            <a:spLocks noGrp="1"/>
          </p:cNvSpPr>
          <p:nvPr>
            <p:ph type="sldNum" sz="quarter" idx="16"/>
          </p:nvPr>
        </p:nvSpPr>
        <p:spPr>
          <a:xfrm>
            <a:off x="11037663" y="6403940"/>
            <a:ext cx="495300" cy="188119"/>
          </a:xfrm>
        </p:spPr>
        <p:txBody>
          <a:bodyPr anchor="ctr">
            <a:normAutofit fontScale="70000" lnSpcReduction="20000"/>
          </a:bodyPr>
          <a:lstStyle/>
          <a:p>
            <a:pPr>
              <a:spcAft>
                <a:spcPts val="600"/>
              </a:spcAft>
            </a:pPr>
            <a:fld id="{DDD2A080-DA64-4F5C-9131-47EB793B4410}" type="slidenum">
              <a:rPr lang="en-GB" noProof="0" smtClean="0"/>
              <a:pPr>
                <a:spcAft>
                  <a:spcPts val="600"/>
                </a:spcAft>
              </a:pPr>
              <a:t>4</a:t>
            </a:fld>
            <a:endParaRPr lang="en-GB" noProof="0"/>
          </a:p>
        </p:txBody>
      </p:sp>
      <p:sp>
        <p:nvSpPr>
          <p:cNvPr id="4" name="Content Placeholder 3">
            <a:extLst>
              <a:ext uri="{FF2B5EF4-FFF2-40B4-BE49-F238E27FC236}">
                <a16:creationId xmlns:a16="http://schemas.microsoft.com/office/drawing/2014/main" id="{117F90CF-7752-2524-0C81-46731C8A8D41}"/>
              </a:ext>
            </a:extLst>
          </p:cNvPr>
          <p:cNvSpPr>
            <a:spLocks noGrp="1"/>
          </p:cNvSpPr>
          <p:nvPr>
            <p:ph type="body" sz="quarter" idx="21"/>
          </p:nvPr>
        </p:nvSpPr>
        <p:spPr>
          <a:xfrm>
            <a:off x="659008" y="1141198"/>
            <a:ext cx="6668224" cy="5552210"/>
          </a:xfrm>
        </p:spPr>
        <p:txBody>
          <a:bodyPr vert="horz" wrap="square" lIns="91440" tIns="45720" rIns="91440" bIns="45720" rtlCol="0" anchor="t">
            <a:noAutofit/>
          </a:bodyPr>
          <a:lstStyle/>
          <a:p>
            <a:pPr marL="285750" indent="-285750">
              <a:buClr>
                <a:srgbClr val="FF6200"/>
              </a:buClr>
              <a:buFont typeface="Wingdings" panose="05000000000000000000" pitchFamily="2" charset="2"/>
              <a:buChar char="§"/>
            </a:pPr>
            <a:endParaRPr lang="en-GB" sz="1600" dirty="0">
              <a:solidFill>
                <a:schemeClr val="accent1"/>
              </a:solidFill>
            </a:endParaRPr>
          </a:p>
          <a:p>
            <a:pPr marL="285750" indent="-285750">
              <a:buClr>
                <a:srgbClr val="FF6200"/>
              </a:buClr>
              <a:buFont typeface="Wingdings" panose="05000000000000000000" pitchFamily="2" charset="2"/>
              <a:buChar char="§"/>
            </a:pPr>
            <a:r>
              <a:rPr lang="en-GB" sz="1600" dirty="0">
                <a:solidFill>
                  <a:srgbClr val="101010"/>
                </a:solidFill>
                <a:latin typeface="ING Me"/>
              </a:rPr>
              <a:t>We are one</a:t>
            </a:r>
            <a:r>
              <a:rPr lang="en-GB" sz="1600" dirty="0">
                <a:latin typeface="ING Me"/>
              </a:rPr>
              <a:t> of ING’s </a:t>
            </a:r>
            <a:r>
              <a:rPr lang="en-GB" sz="1600" dirty="0">
                <a:solidFill>
                  <a:schemeClr val="accent1"/>
                </a:solidFill>
                <a:latin typeface="ING Me"/>
              </a:rPr>
              <a:t>global capability </a:t>
            </a:r>
            <a:r>
              <a:rPr lang="en-GB" sz="1600" dirty="0">
                <a:latin typeface="ING Me"/>
              </a:rPr>
              <a:t>hubs with a focus on technology, set to make digital banking easier for customers everywhere. </a:t>
            </a:r>
          </a:p>
          <a:p>
            <a:pPr marL="285750" indent="-285750">
              <a:buClr>
                <a:srgbClr val="FF6200"/>
              </a:buClr>
              <a:buFont typeface="Wingdings" panose="05000000000000000000" pitchFamily="2" charset="2"/>
              <a:buChar char="§"/>
            </a:pPr>
            <a:r>
              <a:rPr lang="en-GB" sz="1600" dirty="0">
                <a:latin typeface="ING Me"/>
              </a:rPr>
              <a:t>With offices in Bucharest and Cluj-Napoca, we offer </a:t>
            </a:r>
            <a:r>
              <a:rPr lang="en-GB" sz="1600" dirty="0">
                <a:solidFill>
                  <a:schemeClr val="accent1"/>
                </a:solidFill>
                <a:latin typeface="ING Me"/>
              </a:rPr>
              <a:t>130 solutions </a:t>
            </a:r>
            <a:r>
              <a:rPr lang="en-GB" sz="1600" dirty="0">
                <a:latin typeface="ING Me"/>
              </a:rPr>
              <a:t>in software development, data management, non-financial risk and compliance to 24 ING units worldwide.</a:t>
            </a:r>
          </a:p>
          <a:p>
            <a:pPr marL="285750" indent="-285750">
              <a:buClr>
                <a:srgbClr val="FF6200"/>
              </a:buClr>
              <a:buFont typeface="Wingdings" panose="05000000000000000000" pitchFamily="2" charset="2"/>
              <a:buChar char="§"/>
            </a:pPr>
            <a:r>
              <a:rPr lang="en-GB" sz="1600" dirty="0">
                <a:latin typeface="ING Me"/>
              </a:rPr>
              <a:t>Our tech expertise is at the heart of our business, with 2000+ colleagues active </a:t>
            </a:r>
            <a:r>
              <a:rPr lang="en-GB" sz="1600" dirty="0">
                <a:solidFill>
                  <a:schemeClr val="accent1"/>
                </a:solidFill>
                <a:latin typeface="ING Me"/>
              </a:rPr>
              <a:t>in Data Management, Touchpoint Channels &amp; Integration, Core Banking and Global Products</a:t>
            </a:r>
            <a:r>
              <a:rPr lang="en-GB" sz="1600" dirty="0">
                <a:latin typeface="ING Me"/>
              </a:rPr>
              <a:t>, all contributing to ING’s promise of frictionless banking. The work we do enhances bank-wide monitoring and response, reduces time to market, and increases operational resilience in a world that needs it.</a:t>
            </a:r>
          </a:p>
          <a:p>
            <a:pPr marL="285750" indent="-285750">
              <a:buClr>
                <a:srgbClr val="FF6200"/>
              </a:buClr>
              <a:buFont typeface="Wingdings" panose="05000000000000000000" pitchFamily="2" charset="2"/>
              <a:buChar char="§"/>
            </a:pPr>
            <a:r>
              <a:rPr lang="en-GB" sz="1600" dirty="0">
                <a:latin typeface="ING Me"/>
              </a:rPr>
              <a:t>Software engineers, DevOps, data, product, business, non-financial risk &amp; compliance experts work in an environment that’s collaborative by design and inclusive by nature. </a:t>
            </a:r>
          </a:p>
        </p:txBody>
      </p:sp>
      <p:sp>
        <p:nvSpPr>
          <p:cNvPr id="3" name="Title 2">
            <a:extLst>
              <a:ext uri="{FF2B5EF4-FFF2-40B4-BE49-F238E27FC236}">
                <a16:creationId xmlns:a16="http://schemas.microsoft.com/office/drawing/2014/main" id="{649888BB-3099-C7CB-1E63-0AB19715DD47}"/>
              </a:ext>
            </a:extLst>
          </p:cNvPr>
          <p:cNvSpPr>
            <a:spLocks noGrp="1"/>
          </p:cNvSpPr>
          <p:nvPr>
            <p:ph type="title"/>
          </p:nvPr>
        </p:nvSpPr>
        <p:spPr>
          <a:xfrm>
            <a:off x="659008" y="325235"/>
            <a:ext cx="7408800" cy="817244"/>
          </a:xfrm>
        </p:spPr>
        <p:txBody>
          <a:bodyPr anchor="t">
            <a:normAutofit/>
          </a:bodyPr>
          <a:lstStyle/>
          <a:p>
            <a:r>
              <a:rPr lang="en-US"/>
              <a:t>About ING Hubs Romania</a:t>
            </a:r>
          </a:p>
        </p:txBody>
      </p:sp>
      <p:pic>
        <p:nvPicPr>
          <p:cNvPr id="1028" name="Picture 4" descr="A group of people sitting on the floor&#10;&#10;Description automatically generated">
            <a:extLst>
              <a:ext uri="{FF2B5EF4-FFF2-40B4-BE49-F238E27FC236}">
                <a16:creationId xmlns:a16="http://schemas.microsoft.com/office/drawing/2014/main" id="{00D692B6-311C-2615-EF45-D13A354F7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1642" y="0"/>
            <a:ext cx="4560358" cy="6840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192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0A4C9335-8CA2-2FE4-26B6-50A20FF3C62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5490061-9DE9-5B2D-C9CA-8BFC0FF76573}"/>
              </a:ext>
            </a:extLst>
          </p:cNvPr>
          <p:cNvSpPr>
            <a:spLocks noGrp="1"/>
          </p:cNvSpPr>
          <p:nvPr>
            <p:ph type="body" sz="quarter" idx="10"/>
          </p:nvPr>
        </p:nvSpPr>
        <p:spPr>
          <a:xfrm>
            <a:off x="248651" y="212172"/>
            <a:ext cx="11694698" cy="2308225"/>
          </a:xfrm>
        </p:spPr>
        <p:txBody>
          <a:bodyPr vert="horz" lIns="91440" tIns="45720" rIns="91440" bIns="45720" rtlCol="0" anchor="t">
            <a:noAutofit/>
          </a:bodyPr>
          <a:lstStyle/>
          <a:p>
            <a:pPr algn="l"/>
            <a:r>
              <a:rPr lang="en-GB" sz="6000">
                <a:solidFill>
                  <a:schemeClr val="tx1"/>
                </a:solidFill>
                <a:latin typeface="ING display"/>
                <a:cs typeface="ING Me"/>
              </a:rPr>
              <a:t>Our programmes</a:t>
            </a:r>
          </a:p>
        </p:txBody>
      </p:sp>
      <p:sp>
        <p:nvSpPr>
          <p:cNvPr id="7" name="Rectangle: Rounded Corners 6">
            <a:extLst>
              <a:ext uri="{FF2B5EF4-FFF2-40B4-BE49-F238E27FC236}">
                <a16:creationId xmlns:a16="http://schemas.microsoft.com/office/drawing/2014/main" id="{453F8B8B-C9F3-6D9C-7947-79A798282609}"/>
              </a:ext>
            </a:extLst>
          </p:cNvPr>
          <p:cNvSpPr/>
          <p:nvPr/>
        </p:nvSpPr>
        <p:spPr>
          <a:xfrm>
            <a:off x="338819" y="1523948"/>
            <a:ext cx="3804555" cy="72369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chemeClr val="accent6"/>
                </a:solidFill>
                <a:effectLst/>
                <a:uLnTx/>
                <a:uFillTx/>
                <a:latin typeface="ING display"/>
              </a:rPr>
              <a:t>{Dev}School or internship opportunities</a:t>
            </a:r>
            <a:endParaRPr lang="en-GB" sz="2000" b="1" i="0" u="none" strike="noStrike" kern="1200" cap="none" spc="0" normalizeH="0" baseline="0" noProof="0" dirty="0">
              <a:ln>
                <a:noFill/>
              </a:ln>
              <a:solidFill>
                <a:schemeClr val="accent6"/>
              </a:solidFill>
              <a:effectLst/>
              <a:uLnTx/>
              <a:uFillTx/>
              <a:latin typeface="ING display"/>
              <a:cs typeface="ING Me"/>
            </a:endParaRPr>
          </a:p>
        </p:txBody>
      </p:sp>
      <p:sp>
        <p:nvSpPr>
          <p:cNvPr id="9" name="Rectangle: Rounded Corners 8">
            <a:extLst>
              <a:ext uri="{FF2B5EF4-FFF2-40B4-BE49-F238E27FC236}">
                <a16:creationId xmlns:a16="http://schemas.microsoft.com/office/drawing/2014/main" id="{B6142C29-244C-466D-1049-09AB8AB00151}"/>
              </a:ext>
            </a:extLst>
          </p:cNvPr>
          <p:cNvSpPr/>
          <p:nvPr/>
        </p:nvSpPr>
        <p:spPr>
          <a:xfrm>
            <a:off x="7639521" y="1523948"/>
            <a:ext cx="3804555" cy="72369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chemeClr val="accent6"/>
                </a:solidFill>
                <a:effectLst/>
                <a:uLnTx/>
                <a:uFillTx/>
                <a:latin typeface="ING display"/>
              </a:rPr>
              <a:t>International Talent Programme</a:t>
            </a:r>
            <a:endParaRPr lang="en-GB" sz="2000" b="1" i="0" u="none" strike="noStrike" kern="1200" cap="none" spc="0" normalizeH="0" baseline="0" noProof="0">
              <a:ln>
                <a:noFill/>
              </a:ln>
              <a:solidFill>
                <a:schemeClr val="accent6"/>
              </a:solidFill>
              <a:effectLst/>
              <a:uLnTx/>
              <a:uFillTx/>
              <a:latin typeface="ING display"/>
            </a:endParaRPr>
          </a:p>
        </p:txBody>
      </p:sp>
      <p:sp>
        <p:nvSpPr>
          <p:cNvPr id="10" name="TextBox 9">
            <a:extLst>
              <a:ext uri="{FF2B5EF4-FFF2-40B4-BE49-F238E27FC236}">
                <a16:creationId xmlns:a16="http://schemas.microsoft.com/office/drawing/2014/main" id="{5447FAF8-AFC8-5B12-04F3-C2E13CD5AA9C}"/>
              </a:ext>
            </a:extLst>
          </p:cNvPr>
          <p:cNvSpPr txBox="1"/>
          <p:nvPr/>
        </p:nvSpPr>
        <p:spPr>
          <a:xfrm>
            <a:off x="7639521" y="2440952"/>
            <a:ext cx="3947430" cy="3754874"/>
          </a:xfrm>
          <a:prstGeom prst="rect">
            <a:avLst/>
          </a:prstGeom>
          <a:noFill/>
        </p:spPr>
        <p:txBody>
          <a:bodyPr wrap="square">
            <a:spAutoFit/>
          </a:bodyPr>
          <a:lstStyle/>
          <a:p>
            <a:pPr marL="285750" lvl="0" indent="-285750">
              <a:buFont typeface="Wingdings" panose="05000000000000000000" pitchFamily="2" charset="2"/>
              <a:buChar char="§"/>
            </a:pPr>
            <a:r>
              <a:rPr lang="en-GB" sz="1400"/>
              <a:t> Our International Talent Programme is a 2-year journey that begins with three job rotations, including the possibility of one abroad. </a:t>
            </a:r>
          </a:p>
          <a:p>
            <a:pPr marL="285750" lvl="0" indent="-285750">
              <a:buFont typeface="Wingdings" panose="05000000000000000000" pitchFamily="2" charset="2"/>
              <a:buChar char="§"/>
            </a:pPr>
            <a:endParaRPr lang="en-GB" sz="1400"/>
          </a:p>
          <a:p>
            <a:pPr marL="285750" lvl="0" indent="-285750">
              <a:buFont typeface="Wingdings" panose="05000000000000000000" pitchFamily="2" charset="2"/>
              <a:buChar char="§"/>
            </a:pPr>
            <a:r>
              <a:rPr lang="en-GB" sz="1400"/>
              <a:t>After these rotations, you'll transition into your permanent role.</a:t>
            </a:r>
          </a:p>
          <a:p>
            <a:pPr marL="285750" lvl="0" indent="-285750">
              <a:buFont typeface="Wingdings" panose="05000000000000000000" pitchFamily="2" charset="2"/>
              <a:buChar char="§"/>
            </a:pPr>
            <a:endParaRPr lang="en-GB" sz="1400"/>
          </a:p>
          <a:p>
            <a:pPr marL="285750" lvl="0" indent="-285750">
              <a:buFont typeface="Wingdings" panose="05000000000000000000" pitchFamily="2" charset="2"/>
              <a:buChar char="§"/>
            </a:pPr>
            <a:r>
              <a:rPr lang="en-GB" sz="1400"/>
              <a:t>Choose your track: Tech or Analytics. One of your rotations can be in a different track, allowing you to make an impact from various perspectives. </a:t>
            </a:r>
          </a:p>
          <a:p>
            <a:pPr marL="285750" lvl="0" indent="-285750">
              <a:buFont typeface="Wingdings" panose="05000000000000000000" pitchFamily="2" charset="2"/>
              <a:buChar char="§"/>
            </a:pPr>
            <a:endParaRPr lang="en-GB" sz="1400"/>
          </a:p>
          <a:p>
            <a:pPr marL="285750" lvl="0" indent="-285750">
              <a:buFont typeface="Wingdings" panose="05000000000000000000" pitchFamily="2" charset="2"/>
              <a:buChar char="§"/>
            </a:pPr>
            <a:r>
              <a:rPr lang="en-GB" sz="1400"/>
              <a:t>During your first or second rotation, you'll also attend a global trainee event in Amsterdam, where you'll network and develop alongside your peers.</a:t>
            </a:r>
            <a:endParaRPr kumimoji="0" lang="en-GB" sz="1400" b="0" i="0" u="none" strike="noStrike" kern="1200" cap="none" spc="0" normalizeH="0" baseline="0" noProof="0">
              <a:ln>
                <a:noFill/>
              </a:ln>
              <a:solidFill>
                <a:srgbClr val="101010"/>
              </a:solidFill>
              <a:effectLst/>
              <a:uLnTx/>
              <a:uFillTx/>
              <a:latin typeface="ING Me"/>
              <a:ea typeface="+mn-ea"/>
              <a:cs typeface="+mn-cs"/>
            </a:endParaRPr>
          </a:p>
        </p:txBody>
      </p:sp>
      <p:pic>
        <p:nvPicPr>
          <p:cNvPr id="17" name="Graphic 16">
            <a:extLst>
              <a:ext uri="{FF2B5EF4-FFF2-40B4-BE49-F238E27FC236}">
                <a16:creationId xmlns:a16="http://schemas.microsoft.com/office/drawing/2014/main" id="{84D06EA3-F59E-9334-5147-AE9C991086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66675" y="-99352"/>
            <a:ext cx="8863820" cy="6204674"/>
          </a:xfrm>
          <a:prstGeom prst="rect">
            <a:avLst/>
          </a:prstGeom>
        </p:spPr>
      </p:pic>
      <p:pic>
        <p:nvPicPr>
          <p:cNvPr id="14" name="Graphic 13">
            <a:extLst>
              <a:ext uri="{FF2B5EF4-FFF2-40B4-BE49-F238E27FC236}">
                <a16:creationId xmlns:a16="http://schemas.microsoft.com/office/drawing/2014/main" id="{85332921-75D0-D580-9BF4-8F91DC82BC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7733" y="5147736"/>
            <a:ext cx="2032176" cy="811297"/>
          </a:xfrm>
          <a:prstGeom prst="rect">
            <a:avLst/>
          </a:prstGeom>
        </p:spPr>
      </p:pic>
      <p:sp>
        <p:nvSpPr>
          <p:cNvPr id="15" name="TextBox 14">
            <a:extLst>
              <a:ext uri="{FF2B5EF4-FFF2-40B4-BE49-F238E27FC236}">
                <a16:creationId xmlns:a16="http://schemas.microsoft.com/office/drawing/2014/main" id="{9E4D7533-565E-54C9-4D86-735EC19E5E99}"/>
              </a:ext>
            </a:extLst>
          </p:cNvPr>
          <p:cNvSpPr txBox="1"/>
          <p:nvPr/>
        </p:nvSpPr>
        <p:spPr>
          <a:xfrm>
            <a:off x="5454900" y="5291774"/>
            <a:ext cx="2032176" cy="523220"/>
          </a:xfrm>
          <a:prstGeom prst="rect">
            <a:avLst/>
          </a:prstGeom>
          <a:noFill/>
        </p:spPr>
        <p:txBody>
          <a:bodyPr wrap="square" rtlCol="0" anchor="ctr">
            <a:spAutoFit/>
          </a:bodyPr>
          <a:lstStyle/>
          <a:p>
            <a:pPr algn="ctr"/>
            <a:r>
              <a:rPr lang="en-GB" sz="1400" b="1">
                <a:solidFill>
                  <a:schemeClr val="bg1"/>
                </a:solidFill>
                <a:latin typeface="ING Me" panose="02000506040000020004" pitchFamily="2" charset="0"/>
                <a:cs typeface="ING Me" panose="02000506040000020004" pitchFamily="2" charset="0"/>
              </a:rPr>
              <a:t>Contact us at </a:t>
            </a:r>
            <a:r>
              <a:rPr lang="en-GB" sz="1400" b="1" u="sng">
                <a:solidFill>
                  <a:schemeClr val="bg1"/>
                </a:solidFill>
                <a:latin typeface="ING Me" panose="02000506040000020004" pitchFamily="2" charset="0"/>
                <a:cs typeface="ING Me" panose="02000506040000020004" pitchFamily="2" charset="0"/>
              </a:rPr>
              <a:t>inghubsromania.ro</a:t>
            </a:r>
          </a:p>
        </p:txBody>
      </p:sp>
      <p:sp>
        <p:nvSpPr>
          <p:cNvPr id="8" name="TextBox 7">
            <a:extLst>
              <a:ext uri="{FF2B5EF4-FFF2-40B4-BE49-F238E27FC236}">
                <a16:creationId xmlns:a16="http://schemas.microsoft.com/office/drawing/2014/main" id="{C637E04B-6889-93FF-490E-796BD0543EA6}"/>
              </a:ext>
            </a:extLst>
          </p:cNvPr>
          <p:cNvSpPr txBox="1"/>
          <p:nvPr/>
        </p:nvSpPr>
        <p:spPr>
          <a:xfrm>
            <a:off x="393889" y="2520397"/>
            <a:ext cx="3947430" cy="3754874"/>
          </a:xfrm>
          <a:prstGeom prst="rect">
            <a:avLst/>
          </a:prstGeom>
          <a:noFill/>
        </p:spPr>
        <p:txBody>
          <a:bodyPr wrap="square">
            <a:spAutoFit/>
          </a:bodyPr>
          <a:lstStyle/>
          <a:p>
            <a:pPr marL="285750" lvl="0" indent="-285750">
              <a:buFont typeface="Wingdings" panose="05000000000000000000" pitchFamily="2" charset="2"/>
              <a:buChar char="§"/>
            </a:pPr>
            <a:r>
              <a:rPr lang="en-GB" sz="1400" dirty="0"/>
              <a:t>{Dev}School and internship opportunities offer practical learning experiences for students and recent graduates interested in technology and analytical fields.</a:t>
            </a:r>
          </a:p>
          <a:p>
            <a:pPr marL="285750" lvl="0" indent="-285750">
              <a:buFont typeface="Wingdings" panose="05000000000000000000" pitchFamily="2" charset="2"/>
              <a:buChar char="§"/>
            </a:pPr>
            <a:endParaRPr lang="en-GB" sz="1400" dirty="0"/>
          </a:p>
          <a:p>
            <a:pPr marL="285750" lvl="0" indent="-285750">
              <a:buFont typeface="Wingdings" panose="05000000000000000000" pitchFamily="2" charset="2"/>
              <a:buChar char="§"/>
            </a:pPr>
            <a:r>
              <a:rPr lang="en-GB" sz="1400" dirty="0"/>
              <a:t>Activities take place at the ING headquarters, providing an encouraging environment to explore real‑life concepts alongside experienced professionals.</a:t>
            </a:r>
          </a:p>
          <a:p>
            <a:pPr marL="285750" lvl="0" indent="-285750">
              <a:buFont typeface="Wingdings" panose="05000000000000000000" pitchFamily="2" charset="2"/>
              <a:buChar char="§"/>
            </a:pPr>
            <a:endParaRPr lang="en-GB" sz="1400" dirty="0"/>
          </a:p>
          <a:p>
            <a:pPr marL="285750" lvl="0" indent="-285750">
              <a:buFont typeface="Wingdings" panose="05000000000000000000" pitchFamily="2" charset="2"/>
              <a:buChar char="§"/>
            </a:pPr>
            <a:r>
              <a:rPr lang="en-GB" sz="1400" dirty="0"/>
              <a:t>It focuses on key areas of technology, helping participants build relevant skills through hands‑on practice.</a:t>
            </a:r>
          </a:p>
          <a:p>
            <a:pPr marL="285750" lvl="0" indent="-285750">
              <a:buFont typeface="Wingdings" panose="05000000000000000000" pitchFamily="2" charset="2"/>
              <a:buChar char="§"/>
            </a:pPr>
            <a:endParaRPr lang="en-GB" sz="1400" dirty="0"/>
          </a:p>
          <a:p>
            <a:pPr marL="285750" lvl="0" indent="-285750">
              <a:buFont typeface="Wingdings" panose="05000000000000000000" pitchFamily="2" charset="2"/>
              <a:buChar char="§"/>
            </a:pPr>
            <a:r>
              <a:rPr lang="en-GB" sz="1400" dirty="0"/>
              <a:t>It’s a space to learn, experiment and grow, supporting your first steps towards a career in the tech world.</a:t>
            </a:r>
            <a:endParaRPr kumimoji="0" lang="en-GB" sz="1400" b="0" i="0" u="none" strike="noStrike" kern="1200" cap="none" spc="0" normalizeH="0" baseline="0" noProof="0" dirty="0">
              <a:ln>
                <a:noFill/>
              </a:ln>
              <a:solidFill>
                <a:srgbClr val="101010"/>
              </a:solidFill>
              <a:effectLst/>
              <a:uLnTx/>
              <a:uFillTx/>
              <a:latin typeface="ING Me"/>
              <a:ea typeface="+mn-ea"/>
              <a:cs typeface="+mn-cs"/>
            </a:endParaRPr>
          </a:p>
        </p:txBody>
      </p:sp>
    </p:spTree>
    <p:extLst>
      <p:ext uri="{BB962C8B-B14F-4D97-AF65-F5344CB8AC3E}">
        <p14:creationId xmlns:p14="http://schemas.microsoft.com/office/powerpoint/2010/main" val="4042158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79155-6ECE-EFE2-3150-4859E8D8EFD2}"/>
              </a:ext>
            </a:extLst>
          </p:cNvPr>
          <p:cNvSpPr>
            <a:spLocks noGrp="1"/>
          </p:cNvSpPr>
          <p:nvPr>
            <p:ph type="title"/>
          </p:nvPr>
        </p:nvSpPr>
        <p:spPr>
          <a:xfrm>
            <a:off x="1819610" y="2210515"/>
            <a:ext cx="8715118" cy="1218485"/>
          </a:xfrm>
        </p:spPr>
        <p:txBody>
          <a:bodyPr/>
          <a:lstStyle/>
          <a:p>
            <a:r>
              <a:rPr lang="en-GB"/>
              <a:t>Follow us</a:t>
            </a:r>
            <a:br>
              <a:rPr lang="en-GB"/>
            </a:br>
            <a:r>
              <a:rPr lang="en-GB"/>
              <a:t>@ ING Hubs Romania</a:t>
            </a:r>
            <a:endParaRPr lang="en-NL"/>
          </a:p>
        </p:txBody>
      </p:sp>
      <p:sp>
        <p:nvSpPr>
          <p:cNvPr id="3" name="Rectangle 2">
            <a:extLst>
              <a:ext uri="{FF2B5EF4-FFF2-40B4-BE49-F238E27FC236}">
                <a16:creationId xmlns:a16="http://schemas.microsoft.com/office/drawing/2014/main" id="{BEFBFC04-A3C4-A06B-A5F8-EB7782FCD73E}"/>
              </a:ext>
            </a:extLst>
          </p:cNvPr>
          <p:cNvSpPr/>
          <p:nvPr/>
        </p:nvSpPr>
        <p:spPr>
          <a:xfrm>
            <a:off x="5277678" y="6182139"/>
            <a:ext cx="1798983" cy="496957"/>
          </a:xfrm>
          <a:prstGeom prst="rect">
            <a:avLst/>
          </a:prstGeom>
          <a:solidFill>
            <a:schemeClr val="accent1"/>
          </a:solidFill>
          <a:ln>
            <a:solidFill>
              <a:srgbClr val="FE62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A67F6B30-F93A-D46D-2B6E-EF2435C2ED2A}"/>
              </a:ext>
            </a:extLst>
          </p:cNvPr>
          <p:cNvSpPr txBox="1"/>
          <p:nvPr/>
        </p:nvSpPr>
        <p:spPr>
          <a:xfrm>
            <a:off x="6705395" y="5559254"/>
            <a:ext cx="4021285"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noProof="1">
                <a:solidFill>
                  <a:schemeClr val="bg1"/>
                </a:solidFill>
                <a:latin typeface="ING Me"/>
                <a:cs typeface="ING Me"/>
              </a:rPr>
              <a:t>Facebook.com/inghubsromania</a:t>
            </a:r>
            <a:endParaRPr lang="en-GB" sz="1100" u="none" strike="noStrike" kern="1200" cap="none" spc="0" normalizeH="0" baseline="0" noProof="1">
              <a:ln>
                <a:noFill/>
              </a:ln>
              <a:solidFill>
                <a:schemeClr val="bg1"/>
              </a:solidFill>
              <a:effectLst/>
              <a:uLnTx/>
              <a:uFillTx/>
              <a:latin typeface="ING Me"/>
              <a:cs typeface="ING Me"/>
            </a:endParaRPr>
          </a:p>
        </p:txBody>
      </p:sp>
      <p:sp>
        <p:nvSpPr>
          <p:cNvPr id="7" name="TextBox 6">
            <a:extLst>
              <a:ext uri="{FF2B5EF4-FFF2-40B4-BE49-F238E27FC236}">
                <a16:creationId xmlns:a16="http://schemas.microsoft.com/office/drawing/2014/main" id="{1C0715B4-691C-3631-FBEE-7585987B53A4}"/>
              </a:ext>
            </a:extLst>
          </p:cNvPr>
          <p:cNvSpPr txBox="1"/>
          <p:nvPr/>
        </p:nvSpPr>
        <p:spPr>
          <a:xfrm>
            <a:off x="2623217" y="5909934"/>
            <a:ext cx="4021285" cy="261610"/>
          </a:xfrm>
          <a:prstGeom prst="rect">
            <a:avLst/>
          </a:prstGeom>
          <a:noFill/>
        </p:spPr>
        <p:txBody>
          <a:bodyPr wrap="square" rtlCol="0" anchor="ctr">
            <a:spAutoFit/>
          </a:bodyPr>
          <a:lstStyle/>
          <a:p>
            <a:r>
              <a:rPr lang="en-GB" sz="1100">
                <a:solidFill>
                  <a:schemeClr val="bg1"/>
                </a:solidFill>
                <a:latin typeface="ING Me" panose="02000506040000020004" pitchFamily="2" charset="0"/>
                <a:cs typeface="ING Me" panose="02000506040000020004" pitchFamily="2" charset="0"/>
              </a:rPr>
              <a:t>Medium.com/</a:t>
            </a:r>
            <a:r>
              <a:rPr lang="en-GB" sz="1100" err="1">
                <a:solidFill>
                  <a:schemeClr val="bg1"/>
                </a:solidFill>
                <a:latin typeface="ING Me" panose="02000506040000020004" pitchFamily="2" charset="0"/>
                <a:cs typeface="ING Me" panose="02000506040000020004" pitchFamily="2" charset="0"/>
              </a:rPr>
              <a:t>ing</a:t>
            </a:r>
            <a:r>
              <a:rPr lang="en-GB" sz="1100">
                <a:solidFill>
                  <a:schemeClr val="bg1"/>
                </a:solidFill>
                <a:latin typeface="ING Me" panose="02000506040000020004" pitchFamily="2" charset="0"/>
                <a:cs typeface="ING Me" panose="02000506040000020004" pitchFamily="2" charset="0"/>
              </a:rPr>
              <a:t>-tech-</a:t>
            </a:r>
            <a:r>
              <a:rPr lang="en-GB" sz="1100" err="1">
                <a:solidFill>
                  <a:schemeClr val="bg1"/>
                </a:solidFill>
                <a:latin typeface="ING Me" panose="02000506040000020004" pitchFamily="2" charset="0"/>
                <a:cs typeface="ING Me" panose="02000506040000020004" pitchFamily="2" charset="0"/>
              </a:rPr>
              <a:t>romania</a:t>
            </a:r>
            <a:endParaRPr lang="en-GB" sz="1100" noProof="1">
              <a:solidFill>
                <a:schemeClr val="bg1"/>
              </a:solidFill>
              <a:latin typeface="ING Me" panose="02000506040000020004" pitchFamily="2" charset="0"/>
              <a:cs typeface="ING Me" panose="02000506040000020004" pitchFamily="2" charset="0"/>
            </a:endParaRPr>
          </a:p>
        </p:txBody>
      </p:sp>
      <p:sp>
        <p:nvSpPr>
          <p:cNvPr id="8" name="TextBox 7">
            <a:extLst>
              <a:ext uri="{FF2B5EF4-FFF2-40B4-BE49-F238E27FC236}">
                <a16:creationId xmlns:a16="http://schemas.microsoft.com/office/drawing/2014/main" id="{CEE08260-4FA7-1AF6-79D1-C8FF746906C7}"/>
              </a:ext>
            </a:extLst>
          </p:cNvPr>
          <p:cNvSpPr txBox="1"/>
          <p:nvPr/>
        </p:nvSpPr>
        <p:spPr>
          <a:xfrm>
            <a:off x="6674827" y="5963685"/>
            <a:ext cx="4021285" cy="261610"/>
          </a:xfrm>
          <a:prstGeom prst="rect">
            <a:avLst/>
          </a:prstGeom>
          <a:noFill/>
        </p:spPr>
        <p:txBody>
          <a:bodyPr wrap="square" rtlCol="0" anchor="ctr">
            <a:spAutoFit/>
          </a:bodyPr>
          <a:lstStyle/>
          <a:p>
            <a:pPr marL="0" marR="0" lvl="0" indent="0" algn="l" defTabSz="914400">
              <a:lnSpc>
                <a:spcPct val="100000"/>
              </a:lnSpc>
              <a:spcBef>
                <a:spcPts val="0"/>
              </a:spcBef>
              <a:spcAft>
                <a:spcPts val="0"/>
              </a:spcAft>
              <a:buNone/>
              <a:tabLst/>
              <a:defRPr/>
            </a:pPr>
            <a:r>
              <a:rPr lang="en-GB" sz="1100">
                <a:solidFill>
                  <a:schemeClr val="bg1"/>
                </a:solidFill>
                <a:latin typeface="ING Me" panose="02000506040000020004" pitchFamily="2" charset="0"/>
                <a:ea typeface="+mn-lt"/>
                <a:cs typeface="ING Me" panose="02000506040000020004" pitchFamily="2" charset="0"/>
              </a:rPr>
              <a:t>Youtube.com/@INGHubsRomania</a:t>
            </a:r>
            <a:endParaRPr lang="en-US" sz="1100">
              <a:solidFill>
                <a:schemeClr val="bg1"/>
              </a:solidFill>
              <a:latin typeface="ING Me" panose="02000506040000020004" pitchFamily="2" charset="0"/>
              <a:ea typeface="+mn-lt"/>
              <a:cs typeface="ING Me" panose="02000506040000020004" pitchFamily="2" charset="0"/>
            </a:endParaRPr>
          </a:p>
        </p:txBody>
      </p:sp>
      <p:sp>
        <p:nvSpPr>
          <p:cNvPr id="9" name="TextBox 8">
            <a:extLst>
              <a:ext uri="{FF2B5EF4-FFF2-40B4-BE49-F238E27FC236}">
                <a16:creationId xmlns:a16="http://schemas.microsoft.com/office/drawing/2014/main" id="{8A4D1062-67CA-BB3F-0B46-6FDD06289E39}"/>
              </a:ext>
            </a:extLst>
          </p:cNvPr>
          <p:cNvSpPr txBox="1"/>
          <p:nvPr/>
        </p:nvSpPr>
        <p:spPr>
          <a:xfrm>
            <a:off x="2637751" y="5512058"/>
            <a:ext cx="2843917"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u="none" strike="noStrike" kern="1200" cap="none" spc="0" normalizeH="0" baseline="0" noProof="1">
                <a:ln>
                  <a:noFill/>
                </a:ln>
                <a:solidFill>
                  <a:schemeClr val="bg1"/>
                </a:solidFill>
                <a:effectLst/>
                <a:uLnTx/>
                <a:uFillTx/>
                <a:latin typeface="ING Me"/>
                <a:cs typeface="ING Me"/>
              </a:rPr>
              <a:t>LinkedIn.com/company/</a:t>
            </a:r>
            <a:r>
              <a:rPr lang="en-GB" sz="1100" noProof="1">
                <a:solidFill>
                  <a:schemeClr val="bg1"/>
                </a:solidFill>
                <a:latin typeface="ING Me"/>
                <a:cs typeface="ING Me"/>
              </a:rPr>
              <a:t>ing-hubs-romania</a:t>
            </a:r>
            <a:endParaRPr lang="en-GB" sz="1100" u="none" strike="noStrike" kern="1200" cap="none" spc="0" normalizeH="0" baseline="0" noProof="1">
              <a:ln>
                <a:noFill/>
              </a:ln>
              <a:solidFill>
                <a:schemeClr val="bg1"/>
              </a:solidFill>
              <a:effectLst/>
              <a:uLnTx/>
              <a:uFillTx/>
              <a:latin typeface="ING Me"/>
              <a:cs typeface="ING Me"/>
            </a:endParaRPr>
          </a:p>
        </p:txBody>
      </p:sp>
      <p:sp>
        <p:nvSpPr>
          <p:cNvPr id="10" name="TextBox 9">
            <a:extLst>
              <a:ext uri="{FF2B5EF4-FFF2-40B4-BE49-F238E27FC236}">
                <a16:creationId xmlns:a16="http://schemas.microsoft.com/office/drawing/2014/main" id="{E6113FDF-D5AD-6BF8-E27C-96276FFABBBC}"/>
              </a:ext>
            </a:extLst>
          </p:cNvPr>
          <p:cNvSpPr txBox="1"/>
          <p:nvPr/>
        </p:nvSpPr>
        <p:spPr>
          <a:xfrm>
            <a:off x="6703300" y="5143043"/>
            <a:ext cx="2370019" cy="261610"/>
          </a:xfrm>
          <a:prstGeom prst="rect">
            <a:avLst/>
          </a:prstGeom>
          <a:noFill/>
        </p:spPr>
        <p:txBody>
          <a:bodyPr wrap="square" rtlCol="0" anchor="ctr">
            <a:spAutoFit/>
          </a:bodyPr>
          <a:lstStyle/>
          <a:p>
            <a:r>
              <a:rPr lang="en-GB" sz="1100">
                <a:solidFill>
                  <a:schemeClr val="bg1"/>
                </a:solidFill>
                <a:latin typeface="ING Me" panose="02000506040000020004" pitchFamily="2" charset="0"/>
                <a:cs typeface="ING Me" panose="02000506040000020004" pitchFamily="2" charset="0"/>
              </a:rPr>
              <a:t>Instagram.com/i</a:t>
            </a:r>
            <a:r>
              <a:rPr lang="en-GB" sz="1100" noProof="1">
                <a:solidFill>
                  <a:schemeClr val="bg1"/>
                </a:solidFill>
                <a:latin typeface="ING Me" panose="02000506040000020004" pitchFamily="2" charset="0"/>
                <a:cs typeface="ING Me" panose="02000506040000020004" pitchFamily="2" charset="0"/>
              </a:rPr>
              <a:t>nghubsromania</a:t>
            </a:r>
          </a:p>
        </p:txBody>
      </p:sp>
      <p:sp>
        <p:nvSpPr>
          <p:cNvPr id="11" name="TextBox 10">
            <a:extLst>
              <a:ext uri="{FF2B5EF4-FFF2-40B4-BE49-F238E27FC236}">
                <a16:creationId xmlns:a16="http://schemas.microsoft.com/office/drawing/2014/main" id="{3C2E3D7C-4CEA-3220-B299-BEF8C72B9049}"/>
              </a:ext>
            </a:extLst>
          </p:cNvPr>
          <p:cNvSpPr txBox="1"/>
          <p:nvPr/>
        </p:nvSpPr>
        <p:spPr>
          <a:xfrm>
            <a:off x="2634082" y="5118540"/>
            <a:ext cx="2130685" cy="261610"/>
          </a:xfrm>
          <a:prstGeom prst="rect">
            <a:avLst/>
          </a:prstGeom>
          <a:noFill/>
        </p:spPr>
        <p:txBody>
          <a:bodyPr wrap="square" rtlCol="0" anchor="ctr">
            <a:spAutoFit/>
          </a:bodyPr>
          <a:lstStyle/>
          <a:p>
            <a:pPr marL="0" marR="0" lvl="0" indent="0" algn="l" defTabSz="914400">
              <a:lnSpc>
                <a:spcPct val="100000"/>
              </a:lnSpc>
              <a:spcBef>
                <a:spcPts val="0"/>
              </a:spcBef>
              <a:spcAft>
                <a:spcPts val="0"/>
              </a:spcAft>
              <a:buNone/>
              <a:tabLst/>
              <a:defRPr/>
            </a:pPr>
            <a:r>
              <a:rPr lang="en-GB" sz="1100">
                <a:solidFill>
                  <a:schemeClr val="bg1"/>
                </a:solidFill>
                <a:latin typeface="ING Me" panose="02000506040000020004" pitchFamily="2" charset="0"/>
                <a:ea typeface="+mn-lt"/>
                <a:cs typeface="ING Me" panose="02000506040000020004" pitchFamily="2" charset="0"/>
              </a:rPr>
              <a:t>inghubsromania.com</a:t>
            </a:r>
            <a:endParaRPr lang="en-US" sz="1100">
              <a:solidFill>
                <a:schemeClr val="bg1"/>
              </a:solidFill>
              <a:latin typeface="ING Me" panose="02000506040000020004" pitchFamily="2" charset="0"/>
              <a:ea typeface="+mn-lt"/>
              <a:cs typeface="ING Me" panose="02000506040000020004" pitchFamily="2" charset="0"/>
            </a:endParaRPr>
          </a:p>
        </p:txBody>
      </p:sp>
      <p:pic>
        <p:nvPicPr>
          <p:cNvPr id="12" name="Picture 11" descr="A white logo with a black background&#10;&#10;AI-generated content may be incorrect.">
            <a:extLst>
              <a:ext uri="{FF2B5EF4-FFF2-40B4-BE49-F238E27FC236}">
                <a16:creationId xmlns:a16="http://schemas.microsoft.com/office/drawing/2014/main" id="{94F41323-63ED-4ED4-0781-06691EADFF70}"/>
              </a:ext>
            </a:extLst>
          </p:cNvPr>
          <p:cNvPicPr>
            <a:picLocks noChangeAspect="1"/>
          </p:cNvPicPr>
          <p:nvPr/>
        </p:nvPicPr>
        <p:blipFill>
          <a:blip r:embed="rId3"/>
          <a:stretch>
            <a:fillRect/>
          </a:stretch>
        </p:blipFill>
        <p:spPr>
          <a:xfrm>
            <a:off x="6393550" y="5113833"/>
            <a:ext cx="283987" cy="283987"/>
          </a:xfrm>
          <a:prstGeom prst="rect">
            <a:avLst/>
          </a:prstGeom>
        </p:spPr>
      </p:pic>
      <p:pic>
        <p:nvPicPr>
          <p:cNvPr id="13" name="Picture 12" descr="Icon&#10;&#10;Description automatically generated">
            <a:extLst>
              <a:ext uri="{FF2B5EF4-FFF2-40B4-BE49-F238E27FC236}">
                <a16:creationId xmlns:a16="http://schemas.microsoft.com/office/drawing/2014/main" id="{C8EF83BB-5B8E-34A5-7482-DA1F5C5BFA5C}"/>
              </a:ext>
            </a:extLst>
          </p:cNvPr>
          <p:cNvPicPr>
            <a:picLocks noChangeAspect="1"/>
          </p:cNvPicPr>
          <p:nvPr/>
        </p:nvPicPr>
        <p:blipFill>
          <a:blip r:embed="rId4" cstate="hqprint">
            <a:biLevel thresh="25000"/>
            <a:extLst>
              <a:ext uri="{BEBA8EAE-BF5A-486C-A8C5-ECC9F3942E4B}">
                <a14:imgProps xmlns:a14="http://schemas.microsoft.com/office/drawing/2010/main">
                  <a14:imgLayer r:embed="rId5">
                    <a14:imgEffect>
                      <a14:saturation sat="400000"/>
                    </a14:imgEffect>
                  </a14:imgLayer>
                </a14:imgProps>
              </a:ext>
              <a:ext uri="{28A0092B-C50C-407E-A947-70E740481C1C}">
                <a14:useLocalDpi xmlns:a14="http://schemas.microsoft.com/office/drawing/2010/main"/>
              </a:ext>
            </a:extLst>
          </a:blip>
          <a:stretch>
            <a:fillRect/>
          </a:stretch>
        </p:blipFill>
        <p:spPr>
          <a:xfrm>
            <a:off x="2341613" y="5116949"/>
            <a:ext cx="283987" cy="283987"/>
          </a:xfrm>
          <a:prstGeom prst="rect">
            <a:avLst/>
          </a:prstGeom>
        </p:spPr>
      </p:pic>
      <p:pic>
        <p:nvPicPr>
          <p:cNvPr id="14" name="Picture 13" descr="A grey and black logo&#10;&#10;AI-generated content may be incorrect.">
            <a:extLst>
              <a:ext uri="{FF2B5EF4-FFF2-40B4-BE49-F238E27FC236}">
                <a16:creationId xmlns:a16="http://schemas.microsoft.com/office/drawing/2014/main" id="{06741C6C-F87E-70B0-E8BB-7DC94E7DD354}"/>
              </a:ext>
            </a:extLst>
          </p:cNvPr>
          <p:cNvPicPr>
            <a:picLocks noChangeAspect="1"/>
          </p:cNvPicPr>
          <p:nvPr/>
        </p:nvPicPr>
        <p:blipFill>
          <a:blip r:embed="rId6">
            <a:biLevel thresh="25000"/>
          </a:blip>
          <a:stretch>
            <a:fillRect/>
          </a:stretch>
        </p:blipFill>
        <p:spPr>
          <a:xfrm>
            <a:off x="2388204" y="5517435"/>
            <a:ext cx="246007" cy="246007"/>
          </a:xfrm>
          <a:prstGeom prst="rect">
            <a:avLst/>
          </a:prstGeom>
        </p:spPr>
      </p:pic>
      <p:pic>
        <p:nvPicPr>
          <p:cNvPr id="16" name="Picture 15" descr="A white play button on a black background&#10;&#10;AI-generated content may be incorrect.">
            <a:extLst>
              <a:ext uri="{FF2B5EF4-FFF2-40B4-BE49-F238E27FC236}">
                <a16:creationId xmlns:a16="http://schemas.microsoft.com/office/drawing/2014/main" id="{4F641FAF-CD6E-881B-13DB-C97146451738}"/>
              </a:ext>
            </a:extLst>
          </p:cNvPr>
          <p:cNvPicPr>
            <a:picLocks noChangeAspect="1"/>
          </p:cNvPicPr>
          <p:nvPr/>
        </p:nvPicPr>
        <p:blipFill>
          <a:blip r:embed="rId7"/>
          <a:stretch>
            <a:fillRect/>
          </a:stretch>
        </p:blipFill>
        <p:spPr>
          <a:xfrm>
            <a:off x="6391568" y="5943632"/>
            <a:ext cx="280601" cy="280601"/>
          </a:xfrm>
          <a:prstGeom prst="rect">
            <a:avLst/>
          </a:prstGeom>
        </p:spPr>
      </p:pic>
      <p:sp>
        <p:nvSpPr>
          <p:cNvPr id="20" name="Rectangle 19" descr="Newspaper">
            <a:extLst>
              <a:ext uri="{FF2B5EF4-FFF2-40B4-BE49-F238E27FC236}">
                <a16:creationId xmlns:a16="http://schemas.microsoft.com/office/drawing/2014/main" id="{6C2A4142-1456-7FE5-5535-784D225F0F86}"/>
              </a:ext>
            </a:extLst>
          </p:cNvPr>
          <p:cNvSpPr/>
          <p:nvPr/>
        </p:nvSpPr>
        <p:spPr>
          <a:xfrm>
            <a:off x="2348826" y="5885718"/>
            <a:ext cx="315604" cy="3439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pic>
        <p:nvPicPr>
          <p:cNvPr id="25" name="Picture 24" descr="A black letter in a white circle&#10;&#10;AI-generated content may be incorrect.">
            <a:extLst>
              <a:ext uri="{FF2B5EF4-FFF2-40B4-BE49-F238E27FC236}">
                <a16:creationId xmlns:a16="http://schemas.microsoft.com/office/drawing/2014/main" id="{1D80B8FC-5F4E-0F94-DD8E-8102CC286796}"/>
              </a:ext>
            </a:extLst>
          </p:cNvPr>
          <p:cNvPicPr>
            <a:picLocks noChangeAspect="1"/>
          </p:cNvPicPr>
          <p:nvPr/>
        </p:nvPicPr>
        <p:blipFill>
          <a:blip r:embed="rId9"/>
          <a:stretch>
            <a:fillRect/>
          </a:stretch>
        </p:blipFill>
        <p:spPr>
          <a:xfrm>
            <a:off x="6381937" y="5507188"/>
            <a:ext cx="329125" cy="349177"/>
          </a:xfrm>
          <a:prstGeom prst="rect">
            <a:avLst/>
          </a:prstGeom>
        </p:spPr>
      </p:pic>
    </p:spTree>
    <p:extLst>
      <p:ext uri="{BB962C8B-B14F-4D97-AF65-F5344CB8AC3E}">
        <p14:creationId xmlns:p14="http://schemas.microsoft.com/office/powerpoint/2010/main" val="4785159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G Theme">
  <a:themeElements>
    <a:clrScheme name="ING Orange">
      <a:dk1>
        <a:srgbClr val="101010"/>
      </a:dk1>
      <a:lt1>
        <a:srgbClr val="FFFFFF"/>
      </a:lt1>
      <a:dk2>
        <a:srgbClr val="FF6200"/>
      </a:dk2>
      <a:lt2>
        <a:srgbClr val="E8E8E8"/>
      </a:lt2>
      <a:accent1>
        <a:srgbClr val="FF6200"/>
      </a:accent1>
      <a:accent2>
        <a:srgbClr val="89D6FD"/>
      </a:accent2>
      <a:accent3>
        <a:srgbClr val="4D0020"/>
      </a:accent3>
      <a:accent4>
        <a:srgbClr val="F689FD"/>
      </a:accent4>
      <a:accent5>
        <a:srgbClr val="D40199"/>
      </a:accent5>
      <a:accent6>
        <a:srgbClr val="7724FF"/>
      </a:accent6>
      <a:hlink>
        <a:srgbClr val="0D0D0D"/>
      </a:hlink>
      <a:folHlink>
        <a:srgbClr val="0D0D0D"/>
      </a:folHlink>
    </a:clrScheme>
    <a:fontScheme name="Custom 2">
      <a:majorFont>
        <a:latin typeface="ING display"/>
        <a:ea typeface=""/>
        <a:cs typeface=""/>
      </a:majorFont>
      <a:minorFont>
        <a:latin typeface="ING Me"/>
        <a:ea typeface=""/>
        <a:cs typeface=""/>
      </a:minorFont>
    </a:fontScheme>
    <a:fmtScheme name="ING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chor="t">
        <a:spAutoFit/>
      </a:bodyPr>
      <a:lstStyle>
        <a:defPPr algn="l">
          <a:defRPr sz="1400" dirty="0">
            <a:solidFill>
              <a:schemeClr val="tx1"/>
            </a:solidFill>
            <a:latin typeface="ING Me" panose="02000506040000020004" pitchFamily="50" charset="0"/>
            <a:cs typeface="ING Me" panose="02000506040000020004" pitchFamily="50" charset="0"/>
          </a:defRPr>
        </a:defPPr>
      </a:lstStyle>
    </a:txDef>
  </a:objectDefaults>
  <a:extraClrSchemeLst/>
  <a:custClrLst>
    <a:custClr name="Violet_10">
      <a:srgbClr val="F1E9FF"/>
    </a:custClr>
    <a:custClr name="Sky_10">
      <a:srgbClr val="E4F5FF"/>
    </a:custClr>
    <a:custClr name="Maroon_10">
      <a:srgbClr val="FBE6F5"/>
    </a:custClr>
    <a:custClr name="Raspberry_10">
      <a:srgbClr val="FBE6F5"/>
    </a:custClr>
    <a:custClr name="Blush_10">
      <a:srgbClr val="FBE6F5"/>
    </a:custClr>
    <a:custClr name="Sun_10">
      <a:srgbClr val="FFFCF5"/>
    </a:custClr>
    <a:custClr name="White_01">
      <a:srgbClr val="FFFFFF"/>
    </a:custClr>
    <a:custClr name="White_02">
      <a:srgbClr val="FFFFFF"/>
    </a:custClr>
    <a:custClr name="White_03">
      <a:srgbClr val="FFFFFF"/>
    </a:custClr>
    <a:custClr name="White_04">
      <a:srgbClr val="FFFFFF"/>
    </a:custClr>
    <a:custClr name="Violet_50">
      <a:srgbClr val="B4B7FF"/>
    </a:custClr>
    <a:custClr name="Sky_50">
      <a:srgbClr val="BEE8FE"/>
    </a:custClr>
    <a:custClr name="Blush_50">
      <a:srgbClr val="FF9FC7"/>
    </a:custClr>
    <a:custClr name="Raspberry_50">
      <a:srgbClr val="FF68D5"/>
    </a:custClr>
    <a:custClr name="BlushLight_50">
      <a:srgbClr val="FABEFE"/>
    </a:custClr>
    <a:custClr name="Sun_50">
      <a:srgbClr val="FFEE73"/>
    </a:custClr>
    <a:custClr name="White_05">
      <a:srgbClr val="FFFFFF"/>
    </a:custClr>
    <a:custClr name="White_06">
      <a:srgbClr val="FFFFFF"/>
    </a:custClr>
    <a:custClr name="White_07">
      <a:srgbClr val="FFFFFF"/>
    </a:custClr>
    <a:custClr name="White_08">
      <a:srgbClr val="FFFFFF"/>
    </a:custClr>
    <a:custClr name="Violet">
      <a:srgbClr val="7724FF"/>
    </a:custClr>
    <a:custClr name="Sky">
      <a:srgbClr val="89D6FD"/>
    </a:custClr>
    <a:custClr name="Maroon">
      <a:srgbClr val="4D0020"/>
    </a:custClr>
    <a:custClr name="Raspberry">
      <a:srgbClr val="D40199"/>
    </a:custClr>
    <a:custClr name="Blush">
      <a:srgbClr val="F689FD"/>
    </a:custClr>
    <a:custClr name="Sun">
      <a:srgbClr val="FFE100"/>
    </a:custClr>
    <a:custClr name="White_09">
      <a:srgbClr val="FFFFFF"/>
    </a:custClr>
    <a:custClr name="White_10">
      <a:srgbClr val="FFFFFF"/>
    </a:custClr>
    <a:custClr name="White_11">
      <a:srgbClr val="FFFFFF"/>
    </a:custClr>
    <a:custClr name="White_12">
      <a:srgbClr val="FFFFFF"/>
    </a:custClr>
    <a:custClr name="Violet_150">
      <a:srgbClr val="3C1280"/>
    </a:custClr>
    <a:custClr name="Sky_150">
      <a:srgbClr val="185A7B"/>
    </a:custClr>
    <a:custClr name="Maroon_150">
      <a:srgbClr val="340016"/>
    </a:custClr>
    <a:custClr name="Raspberry_150">
      <a:srgbClr val="8F096A"/>
    </a:custClr>
    <a:custClr name="Blush_150">
      <a:srgbClr val="BE08C9"/>
    </a:custClr>
    <a:custClr name="Sun_150">
      <a:srgbClr val="AA9600"/>
    </a:custClr>
    <a:custClr name="White_13">
      <a:srgbClr val="FFFFFF"/>
    </a:custClr>
    <a:custClr name="White_14">
      <a:srgbClr val="FFFFFF"/>
    </a:custClr>
    <a:custClr name="White_15">
      <a:srgbClr val="FFFFFF"/>
    </a:custClr>
    <a:custClr name="White_16">
      <a:srgbClr val="FFFFFF"/>
    </a:custClr>
    <a:custClr name="White">
      <a:srgbClr val="FFFFFF"/>
    </a:custClr>
    <a:custClr name="Grey_01">
      <a:srgbClr val="F7F4F1"/>
    </a:custClr>
    <a:custClr name="Grey_02">
      <a:srgbClr val="A69F98"/>
    </a:custClr>
    <a:custClr name="Grey_03">
      <a:srgbClr val="403B3B"/>
    </a:custClr>
    <a:custClr name="Grey_04">
      <a:srgbClr val="111010"/>
    </a:custClr>
    <a:custClr name="Black">
      <a:srgbClr val="0D0804"/>
    </a:custClr>
    <a:custClr name="White_17">
      <a:srgbClr val="FFFFFF"/>
    </a:custClr>
    <a:custClr name="White_18">
      <a:srgbClr val="FFFFFF"/>
    </a:custClr>
    <a:custClr name="White_19">
      <a:srgbClr val="FFFFFF"/>
    </a:custClr>
    <a:custClr name="White_20">
      <a:srgbClr val="FFFFFF"/>
    </a:custClr>
  </a:custClrLst>
  <a:extLst>
    <a:ext uri="{05A4C25C-085E-4340-85A3-A5531E510DB2}">
      <thm15:themeFamily xmlns:thm15="http://schemas.microsoft.com/office/thememl/2012/main" name="Presentation1" id="{361ACDC3-0891-1140-8889-E51D55518628}" vid="{3D11C3B3-D1C0-B446-86A4-3222EB40F686}"/>
    </a:ext>
  </a:extLst>
</a:theme>
</file>

<file path=ppt/theme/theme2.xml><?xml version="1.0" encoding="utf-8"?>
<a:theme xmlns:a="http://schemas.openxmlformats.org/drawingml/2006/main" name="1_ING Theme">
  <a:themeElements>
    <a:clrScheme name="ING Orange">
      <a:dk1>
        <a:srgbClr val="101010"/>
      </a:dk1>
      <a:lt1>
        <a:srgbClr val="FFFFFF"/>
      </a:lt1>
      <a:dk2>
        <a:srgbClr val="FF6200"/>
      </a:dk2>
      <a:lt2>
        <a:srgbClr val="E8E8E8"/>
      </a:lt2>
      <a:accent1>
        <a:srgbClr val="FF6200"/>
      </a:accent1>
      <a:accent2>
        <a:srgbClr val="89D6FD"/>
      </a:accent2>
      <a:accent3>
        <a:srgbClr val="4D0020"/>
      </a:accent3>
      <a:accent4>
        <a:srgbClr val="F689FD"/>
      </a:accent4>
      <a:accent5>
        <a:srgbClr val="D40199"/>
      </a:accent5>
      <a:accent6>
        <a:srgbClr val="7724FF"/>
      </a:accent6>
      <a:hlink>
        <a:srgbClr val="0D0D0D"/>
      </a:hlink>
      <a:folHlink>
        <a:srgbClr val="0D0D0D"/>
      </a:folHlink>
    </a:clrScheme>
    <a:fontScheme name="Custom 2">
      <a:majorFont>
        <a:latin typeface="ING display"/>
        <a:ea typeface=""/>
        <a:cs typeface=""/>
      </a:majorFont>
      <a:minorFont>
        <a:latin typeface="ING Me"/>
        <a:ea typeface=""/>
        <a:cs typeface=""/>
      </a:minorFont>
    </a:fontScheme>
    <a:fmtScheme name="ING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chor="t">
        <a:spAutoFit/>
      </a:bodyPr>
      <a:lstStyle>
        <a:defPPr algn="l">
          <a:defRPr sz="1400" dirty="0">
            <a:solidFill>
              <a:schemeClr val="tx1"/>
            </a:solidFill>
            <a:latin typeface="ING Me" panose="02000506040000020004" pitchFamily="50" charset="0"/>
            <a:cs typeface="ING Me" panose="02000506040000020004" pitchFamily="50" charset="0"/>
          </a:defRPr>
        </a:defPPr>
      </a:lstStyle>
    </a:txDef>
  </a:objectDefaults>
  <a:extraClrSchemeLst/>
  <a:custClrLst>
    <a:custClr name="Violet_10">
      <a:srgbClr val="F1E9FF"/>
    </a:custClr>
    <a:custClr name="Sky_10">
      <a:srgbClr val="E4F5FF"/>
    </a:custClr>
    <a:custClr name="Maroon_10">
      <a:srgbClr val="FBE6F5"/>
    </a:custClr>
    <a:custClr name="Raspberry_10">
      <a:srgbClr val="FBE6F5"/>
    </a:custClr>
    <a:custClr name="Blush_10">
      <a:srgbClr val="FBE6F5"/>
    </a:custClr>
    <a:custClr name="Sun_10">
      <a:srgbClr val="FFFCF5"/>
    </a:custClr>
    <a:custClr name="White_01">
      <a:srgbClr val="FFFFFF"/>
    </a:custClr>
    <a:custClr name="White_02">
      <a:srgbClr val="FFFFFF"/>
    </a:custClr>
    <a:custClr name="White_03">
      <a:srgbClr val="FFFFFF"/>
    </a:custClr>
    <a:custClr name="White_04">
      <a:srgbClr val="FFFFFF"/>
    </a:custClr>
    <a:custClr name="Violet_50">
      <a:srgbClr val="B4B7FF"/>
    </a:custClr>
    <a:custClr name="Sky_50">
      <a:srgbClr val="BEE8FE"/>
    </a:custClr>
    <a:custClr name="Blush_50">
      <a:srgbClr val="FF9FC7"/>
    </a:custClr>
    <a:custClr name="Raspberry_50">
      <a:srgbClr val="FF68D5"/>
    </a:custClr>
    <a:custClr name="BlushLight_50">
      <a:srgbClr val="FABEFE"/>
    </a:custClr>
    <a:custClr name="Sun_50">
      <a:srgbClr val="FFEE73"/>
    </a:custClr>
    <a:custClr name="White_05">
      <a:srgbClr val="FFFFFF"/>
    </a:custClr>
    <a:custClr name="White_06">
      <a:srgbClr val="FFFFFF"/>
    </a:custClr>
    <a:custClr name="White_07">
      <a:srgbClr val="FFFFFF"/>
    </a:custClr>
    <a:custClr name="White_08">
      <a:srgbClr val="FFFFFF"/>
    </a:custClr>
    <a:custClr name="Violet">
      <a:srgbClr val="7724FF"/>
    </a:custClr>
    <a:custClr name="Sky">
      <a:srgbClr val="89D6FD"/>
    </a:custClr>
    <a:custClr name="Maroon">
      <a:srgbClr val="4D0020"/>
    </a:custClr>
    <a:custClr name="Raspberry">
      <a:srgbClr val="D40199"/>
    </a:custClr>
    <a:custClr name="Blush">
      <a:srgbClr val="F689FD"/>
    </a:custClr>
    <a:custClr name="Sun">
      <a:srgbClr val="FFE100"/>
    </a:custClr>
    <a:custClr name="White_09">
      <a:srgbClr val="FFFFFF"/>
    </a:custClr>
    <a:custClr name="White_10">
      <a:srgbClr val="FFFFFF"/>
    </a:custClr>
    <a:custClr name="White_11">
      <a:srgbClr val="FFFFFF"/>
    </a:custClr>
    <a:custClr name="White_12">
      <a:srgbClr val="FFFFFF"/>
    </a:custClr>
    <a:custClr name="Violet_150">
      <a:srgbClr val="3C1280"/>
    </a:custClr>
    <a:custClr name="Sky_150">
      <a:srgbClr val="185A7B"/>
    </a:custClr>
    <a:custClr name="Maroon_150">
      <a:srgbClr val="340016"/>
    </a:custClr>
    <a:custClr name="Raspberry_150">
      <a:srgbClr val="8F096A"/>
    </a:custClr>
    <a:custClr name="Blush_150">
      <a:srgbClr val="BE08C9"/>
    </a:custClr>
    <a:custClr name="Sun_150">
      <a:srgbClr val="AA9600"/>
    </a:custClr>
    <a:custClr name="White_13">
      <a:srgbClr val="FFFFFF"/>
    </a:custClr>
    <a:custClr name="White_14">
      <a:srgbClr val="FFFFFF"/>
    </a:custClr>
    <a:custClr name="White_15">
      <a:srgbClr val="FFFFFF"/>
    </a:custClr>
    <a:custClr name="White_16">
      <a:srgbClr val="FFFFFF"/>
    </a:custClr>
    <a:custClr name="White">
      <a:srgbClr val="FFFFFF"/>
    </a:custClr>
    <a:custClr name="Grey_01">
      <a:srgbClr val="F7F4F1"/>
    </a:custClr>
    <a:custClr name="Grey_02">
      <a:srgbClr val="A69F98"/>
    </a:custClr>
    <a:custClr name="Grey_03">
      <a:srgbClr val="403B3B"/>
    </a:custClr>
    <a:custClr name="Grey_04">
      <a:srgbClr val="111010"/>
    </a:custClr>
    <a:custClr name="Black">
      <a:srgbClr val="0D0804"/>
    </a:custClr>
    <a:custClr name="White_17">
      <a:srgbClr val="FFFFFF"/>
    </a:custClr>
    <a:custClr name="White_18">
      <a:srgbClr val="FFFFFF"/>
    </a:custClr>
    <a:custClr name="White_19">
      <a:srgbClr val="FFFFFF"/>
    </a:custClr>
    <a:custClr name="White_20">
      <a:srgbClr val="FFFFFF"/>
    </a:custClr>
  </a:custClrLst>
  <a:extLst>
    <a:ext uri="{05A4C25C-085E-4340-85A3-A5531E510DB2}">
      <thm15:themeFamily xmlns:thm15="http://schemas.microsoft.com/office/thememl/2012/main" name="Presentation1" id="{786EB957-7164-5343-AC14-CDDEDFA1DEA9}" vid="{DA77D765-3353-3346-BD4F-90F916A9F33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fc16e6da-3467-4415-8e90-d796b84bed6a">
      <Terms xmlns="http://schemas.microsoft.com/office/infopath/2007/PartnerControls"/>
    </lcf76f155ced4ddcb4097134ff3c332f>
    <TaxCatchAll xmlns="245fef19-3ddd-4bb2-841e-a1c43242f236"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4B65F5D07C21D4BACFCC6C77232FC7E" ma:contentTypeVersion="27" ma:contentTypeDescription="Create a new document." ma:contentTypeScope="" ma:versionID="6f23952dac30d9172dc7dfb12162023a">
  <xsd:schema xmlns:xsd="http://www.w3.org/2001/XMLSchema" xmlns:xs="http://www.w3.org/2001/XMLSchema" xmlns:p="http://schemas.microsoft.com/office/2006/metadata/properties" xmlns:ns1="http://schemas.microsoft.com/sharepoint/v3" xmlns:ns2="fc16e6da-3467-4415-8e90-d796b84bed6a" xmlns:ns3="245fef19-3ddd-4bb2-841e-a1c43242f236" targetNamespace="http://schemas.microsoft.com/office/2006/metadata/properties" ma:root="true" ma:fieldsID="8c0a135a60e280b11b68289d657fbaa4" ns1:_="" ns2:_="" ns3:_="">
    <xsd:import namespace="http://schemas.microsoft.com/sharepoint/v3"/>
    <xsd:import namespace="fc16e6da-3467-4415-8e90-d796b84bed6a"/>
    <xsd:import namespace="245fef19-3ddd-4bb2-841e-a1c43242f23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3:TaxCatchAll" minOccurs="0"/>
                <xsd:element ref="ns2:lcf76f155ced4ddcb4097134ff3c332f"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16e6da-3467-4415-8e90-d796b84bed6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a1dba96-c252-421a-8d24-58690b45a7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5fef19-3ddd-4bb2-841e-a1c43242f236"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fe46ac68-4e1e-40e8-b243-3c8af81fc195}" ma:internalName="TaxCatchAll" ma:showField="CatchAllData" ma:web="245fef19-3ddd-4bb2-841e-a1c43242f236">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F23C72-EA25-45A4-8D0B-BF65A574E058}">
  <ds:schemaRefs>
    <ds:schemaRef ds:uri="http://schemas.microsoft.com/office/2006/metadata/properties"/>
    <ds:schemaRef ds:uri="http://schemas.microsoft.com/office/infopath/2007/PartnerControls"/>
    <ds:schemaRef ds:uri="http://schemas.microsoft.com/sharepoint/v3"/>
    <ds:schemaRef ds:uri="fc16e6da-3467-4415-8e90-d796b84bed6a"/>
    <ds:schemaRef ds:uri="245fef19-3ddd-4bb2-841e-a1c43242f236"/>
  </ds:schemaRefs>
</ds:datastoreItem>
</file>

<file path=customXml/itemProps2.xml><?xml version="1.0" encoding="utf-8"?>
<ds:datastoreItem xmlns:ds="http://schemas.openxmlformats.org/officeDocument/2006/customXml" ds:itemID="{6CB0133C-0BA0-4AD3-A2DD-D5E56E984B43}">
  <ds:schemaRefs>
    <ds:schemaRef ds:uri="http://schemas.microsoft.com/sharepoint/v3/contenttype/forms"/>
  </ds:schemaRefs>
</ds:datastoreItem>
</file>

<file path=customXml/itemProps3.xml><?xml version="1.0" encoding="utf-8"?>
<ds:datastoreItem xmlns:ds="http://schemas.openxmlformats.org/officeDocument/2006/customXml" ds:itemID="{A78BC8D3-596C-40CB-A297-0B37A59F30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c16e6da-3467-4415-8e90-d796b84bed6a"/>
    <ds:schemaRef ds:uri="245fef19-3ddd-4bb2-841e-a1c43242f2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87b6ea1-3db9-4fe1-a9d7-85d4c64ce5cc}" enabled="0" method="" siteId="{587b6ea1-3db9-4fe1-a9d7-85d4c64ce5cc}" removed="1"/>
</clbl:labelList>
</file>

<file path=docProps/app.xml><?xml version="1.0" encoding="utf-8"?>
<Properties xmlns="http://schemas.openxmlformats.org/officeDocument/2006/extended-properties" xmlns:vt="http://schemas.openxmlformats.org/officeDocument/2006/docPropsVTypes">
  <Template>ING Theme</Template>
  <TotalTime>1341</TotalTime>
  <Words>668</Words>
  <Application>Microsoft Macintosh PowerPoint</Application>
  <PresentationFormat>Widescreen</PresentationFormat>
  <Paragraphs>87</Paragraphs>
  <Slides>6</Slides>
  <Notes>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5" baseType="lpstr">
      <vt:lpstr>Arial</vt:lpstr>
      <vt:lpstr>Aptos</vt:lpstr>
      <vt:lpstr>Calibri</vt:lpstr>
      <vt:lpstr>ING Me</vt:lpstr>
      <vt:lpstr>ING display</vt:lpstr>
      <vt:lpstr>Wingdings</vt:lpstr>
      <vt:lpstr>ING Theme</vt:lpstr>
      <vt:lpstr>1_ING Theme</vt:lpstr>
      <vt:lpstr>think-cell Slide</vt:lpstr>
      <vt:lpstr>HackITall challenge </vt:lpstr>
      <vt:lpstr>Wellbeing spectrum</vt:lpstr>
      <vt:lpstr>PowerPoint Presentation</vt:lpstr>
      <vt:lpstr>About ING Hubs Romania</vt:lpstr>
      <vt:lpstr>PowerPoint Presentation</vt:lpstr>
      <vt:lpstr>Follow us @ ING Hubs Romania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Dumitrescu, A. (Andrei)</dc:creator>
  <cp:keywords/>
  <dc:description/>
  <cp:lastModifiedBy>Pavelescu, A.A. (Alexandra - Antonia)</cp:lastModifiedBy>
  <cp:revision>184</cp:revision>
  <dcterms:created xsi:type="dcterms:W3CDTF">2025-05-29T06:41:40Z</dcterms:created>
  <dcterms:modified xsi:type="dcterms:W3CDTF">2026-04-04T07:52:33Z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0x010100C4B65F5D07C21D4BACFCC6C77232FC7E</vt:lpwstr>
  </property>
  <property fmtid="{D5CDD505-2E9C-101B-9397-08002B2CF9AE}" pid="3" name="MediaServiceImageTags">
    <vt:lpwstr/>
  </property>
</Properties>
</file>