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Hebrew Bold" charset="1" panose="00000800000000000000"/>
      <p:regular r:id="rId19"/>
    </p:embeddedFont>
    <p:embeddedFont>
      <p:font typeface="Coustard" charset="1" panose="020B0803050302020204"/>
      <p:regular r:id="rId20"/>
    </p:embeddedFont>
    <p:embeddedFont>
      <p:font typeface="Open Sauce" charset="1" panose="00000500000000000000"/>
      <p:regular r:id="rId21"/>
    </p:embeddedFont>
    <p:embeddedFont>
      <p:font typeface="Open Sauce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989461" y="3005138"/>
            <a:ext cx="14309078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8"/>
              </a:lnSpc>
            </a:pPr>
            <a:r>
              <a:rPr lang="en-US" sz="8432" b="true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AI solutions for wellbeing</a:t>
            </a:r>
          </a:p>
          <a:p>
            <a:pPr algn="ctr">
              <a:lnSpc>
                <a:spcPts val="7839"/>
              </a:lnSpc>
            </a:pPr>
            <a:r>
              <a:rPr lang="en-US" sz="6532" b="true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ING x HackITall</a:t>
            </a:r>
          </a:p>
          <a:p>
            <a:pPr algn="ctr">
              <a:lnSpc>
                <a:spcPts val="5799"/>
              </a:lnSpc>
            </a:pPr>
            <a:r>
              <a:rPr lang="en-US" sz="4832" b="true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                                                            by SICK7</a:t>
            </a:r>
          </a:p>
          <a:p>
            <a:pPr algn="ctr" marL="0" indent="0" lvl="0">
              <a:lnSpc>
                <a:spcPts val="101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989461" y="3514725"/>
            <a:ext cx="1430907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532" b="true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What is one of the </a:t>
            </a:r>
            <a:r>
              <a:rPr lang="en-US" sz="6532" b="true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most</a:t>
            </a:r>
            <a:r>
              <a:rPr lang="en-US" sz="6532" b="true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</a:t>
            </a:r>
            <a:r>
              <a:rPr lang="en-US" sz="6532" b="true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significant problems</a:t>
            </a:r>
            <a:r>
              <a:rPr lang="en-US" sz="6532" b="true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people face?</a:t>
            </a:r>
          </a:p>
          <a:p>
            <a:pPr algn="ctr" marL="0" indent="0" lvl="0">
              <a:lnSpc>
                <a:spcPts val="101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grpSp>
        <p:nvGrpSpPr>
          <p:cNvPr name="Group 24" id="24"/>
          <p:cNvGrpSpPr/>
          <p:nvPr/>
        </p:nvGrpSpPr>
        <p:grpSpPr>
          <a:xfrm rot="0">
            <a:off x="1028700" y="1722190"/>
            <a:ext cx="7101589" cy="6205538"/>
            <a:chOff x="0" y="0"/>
            <a:chExt cx="1163249" cy="10164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3249" cy="1016475"/>
            </a:xfrm>
            <a:custGeom>
              <a:avLst/>
              <a:gdLst/>
              <a:ahLst/>
              <a:cxnLst/>
              <a:rect r="r" b="b" t="t" l="l"/>
              <a:pathLst>
                <a:path h="1016475" w="1163249">
                  <a:moveTo>
                    <a:pt x="1038789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38789" y="0"/>
                  </a:lnTo>
                  <a:cubicBezTo>
                    <a:pt x="1107369" y="0"/>
                    <a:pt x="1163249" y="55880"/>
                    <a:pt x="1163249" y="124460"/>
                  </a:cubicBezTo>
                  <a:lnTo>
                    <a:pt x="1163249" y="892015"/>
                  </a:lnTo>
                  <a:cubicBezTo>
                    <a:pt x="1163249" y="960595"/>
                    <a:pt x="1107369" y="1016475"/>
                    <a:pt x="1038789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70603" y="1722190"/>
            <a:ext cx="8950406" cy="6205538"/>
            <a:chOff x="0" y="0"/>
            <a:chExt cx="1466088" cy="10164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6088" cy="1016475"/>
            </a:xfrm>
            <a:custGeom>
              <a:avLst/>
              <a:gdLst/>
              <a:ahLst/>
              <a:cxnLst/>
              <a:rect r="r" b="b" t="t" l="l"/>
              <a:pathLst>
                <a:path h="1016475" w="1466088">
                  <a:moveTo>
                    <a:pt x="1341628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41628" y="0"/>
                  </a:lnTo>
                  <a:cubicBezTo>
                    <a:pt x="1410208" y="0"/>
                    <a:pt x="1466088" y="55880"/>
                    <a:pt x="1466088" y="124460"/>
                  </a:cubicBezTo>
                  <a:lnTo>
                    <a:pt x="1466088" y="892015"/>
                  </a:lnTo>
                  <a:cubicBezTo>
                    <a:pt x="1466088" y="960595"/>
                    <a:pt x="1410208" y="1016475"/>
                    <a:pt x="1341628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25234" y="3966121"/>
            <a:ext cx="6308522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An estimated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4%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of the population experiences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depression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, a number that rises to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5.7%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among adults, with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women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being more commonly affected.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4413" y="2785021"/>
            <a:ext cx="630852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Depression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25202" y="3966121"/>
            <a:ext cx="7913751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Statistics reveal that over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1/3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of college students are grappling with anxiety disorders, with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36%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reporting a diagnosis and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34%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experiencing moderate to severe anxiety symptoms.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27817" y="2785021"/>
            <a:ext cx="630852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Anxiety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grpSp>
        <p:nvGrpSpPr>
          <p:cNvPr name="Group 24" id="24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10238" y="3792372"/>
            <a:ext cx="15257982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Strong social connections are vital for our health, yet an estimated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1 in 6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people globally suffer from loneliness. While most common among youth, this overlooked crisis affects all ages—including nearly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12%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of older adults—and severely damages our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physical health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,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mental wellbeing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, and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lifespan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89739" y="2423280"/>
            <a:ext cx="630852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Social isolation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302800" y="817315"/>
            <a:ext cx="5301217" cy="10773397"/>
            <a:chOff x="0" y="0"/>
            <a:chExt cx="5001260" cy="10163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6" t="0" r="-4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44314" y="229485"/>
            <a:ext cx="11517185" cy="2408216"/>
          </a:xfrm>
          <a:custGeom>
            <a:avLst/>
            <a:gdLst/>
            <a:ahLst/>
            <a:cxnLst/>
            <a:rect r="r" b="b" t="t" l="l"/>
            <a:pathLst>
              <a:path h="2408216" w="11517185">
                <a:moveTo>
                  <a:pt x="0" y="0"/>
                </a:moveTo>
                <a:lnTo>
                  <a:pt x="11517185" y="0"/>
                </a:lnTo>
                <a:lnTo>
                  <a:pt x="11517185" y="2408216"/>
                </a:lnTo>
                <a:lnTo>
                  <a:pt x="0" y="2408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7342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023934" y="9330827"/>
            <a:ext cx="470732" cy="239358"/>
            <a:chOff x="0" y="0"/>
            <a:chExt cx="627643" cy="3191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8700" y="5348619"/>
            <a:ext cx="9628478" cy="2014856"/>
            <a:chOff x="0" y="0"/>
            <a:chExt cx="12837971" cy="2686474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767716"/>
              <a:ext cx="12837971" cy="1918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99"/>
                </a:lnSpc>
              </a:pPr>
              <a:r>
                <a:rPr lang="en-US" sz="9999">
                  <a:solidFill>
                    <a:srgbClr val="F1E9E9"/>
                  </a:solidFill>
                  <a:latin typeface="Coustard"/>
                  <a:ea typeface="Coustard"/>
                  <a:cs typeface="Coustard"/>
                  <a:sym typeface="Coustard"/>
                </a:rPr>
                <a:t>SideQuestr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76200"/>
              <a:ext cx="9371279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Introducing ...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7003587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2001851"/>
            <a:ext cx="7874531" cy="15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This is where our solution comes in...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4314" y="229485"/>
            <a:ext cx="11517185" cy="2408216"/>
          </a:xfrm>
          <a:custGeom>
            <a:avLst/>
            <a:gdLst/>
            <a:ahLst/>
            <a:cxnLst/>
            <a:rect r="r" b="b" t="t" l="l"/>
            <a:pathLst>
              <a:path h="2408216" w="11517185">
                <a:moveTo>
                  <a:pt x="0" y="0"/>
                </a:moveTo>
                <a:lnTo>
                  <a:pt x="11517185" y="0"/>
                </a:lnTo>
                <a:lnTo>
                  <a:pt x="11517185" y="2408216"/>
                </a:lnTo>
                <a:lnTo>
                  <a:pt x="0" y="240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7342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023934" y="9330827"/>
            <a:ext cx="470732" cy="239358"/>
            <a:chOff x="0" y="0"/>
            <a:chExt cx="627643" cy="31914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grpSp>
        <p:nvGrpSpPr>
          <p:cNvPr name="Group 10" id="10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5950600"/>
            <a:ext cx="9628478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>
                <a:solidFill>
                  <a:srgbClr val="F1E9E9"/>
                </a:solidFill>
                <a:latin typeface="Coustard"/>
                <a:ea typeface="Coustard"/>
                <a:cs typeface="Coustard"/>
                <a:sym typeface="Coustard"/>
              </a:rPr>
              <a:t>SideQuestr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7003587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768403" y="1885950"/>
            <a:ext cx="10490897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An interactive, location-based social game where users explore the real world, complete photo-based quests verified and generated by Artificial Intelligence, and earn currency while connecting with friends.</a:t>
            </a:r>
          </a:p>
          <a:p>
            <a:pPr algn="just" marL="0" indent="0" lvl="0">
              <a:lnSpc>
                <a:spcPts val="432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534370"/>
            <a:ext cx="9628478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>
                <a:solidFill>
                  <a:srgbClr val="F1E9E9"/>
                </a:solidFill>
                <a:latin typeface="Coustard"/>
                <a:ea typeface="Coustard"/>
                <a:cs typeface="Coustard"/>
                <a:sym typeface="Coustard"/>
              </a:rPr>
              <a:t>What 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3095805" y="4032405"/>
            <a:ext cx="1209639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  <a:spcBef>
                <a:spcPct val="0"/>
              </a:spcBef>
            </a:pPr>
            <a:r>
              <a:rPr lang="en-US" b="true" sz="7399">
                <a:solidFill>
                  <a:srgbClr val="FFFFFF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Who likes</a:t>
            </a:r>
            <a:r>
              <a:rPr lang="en-US" b="true" sz="73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SIDE QUESTS???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3095805" y="1339232"/>
            <a:ext cx="1209639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  <a:spcBef>
                <a:spcPct val="0"/>
              </a:spcBef>
            </a:pPr>
            <a:r>
              <a:rPr lang="en-US" b="true" sz="7399">
                <a:solidFill>
                  <a:srgbClr val="FFFFFF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Why SideQuestr?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0456" y="3514725"/>
            <a:ext cx="15493349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SideQuestr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uses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screen time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to cure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screen time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. In a world of indoor isolation and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doomscrolling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, we give people a fun, gamified reason to get off the couch, get their steps in, and breathe fresh air. We are proving that technology can be a powerful catalyst for a healthier, more active lifestyle. Bringing fulfilment and belonging to its users.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24397"/>
            <a:ext cx="18288000" cy="8062603"/>
          </a:xfrm>
          <a:custGeom>
            <a:avLst/>
            <a:gdLst/>
            <a:ahLst/>
            <a:cxnLst/>
            <a:rect r="r" b="b" t="t" l="l"/>
            <a:pathLst>
              <a:path h="8062603" w="18288000">
                <a:moveTo>
                  <a:pt x="0" y="0"/>
                </a:moveTo>
                <a:lnTo>
                  <a:pt x="18288000" y="0"/>
                </a:lnTo>
                <a:lnTo>
                  <a:pt x="18288000" y="8062603"/>
                </a:lnTo>
                <a:lnTo>
                  <a:pt x="0" y="806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421" t="0" r="-55421" b="-29734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68755" y="531305"/>
            <a:ext cx="4034575" cy="9382652"/>
            <a:chOff x="0" y="0"/>
            <a:chExt cx="660868" cy="1536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869" cy="1536890"/>
            </a:xfrm>
            <a:custGeom>
              <a:avLst/>
              <a:gdLst/>
              <a:ahLst/>
              <a:cxnLst/>
              <a:rect r="r" b="b" t="t" l="l"/>
              <a:pathLst>
                <a:path h="1536890" w="660869">
                  <a:moveTo>
                    <a:pt x="536408" y="1536890"/>
                  </a:moveTo>
                  <a:lnTo>
                    <a:pt x="124460" y="1536890"/>
                  </a:lnTo>
                  <a:cubicBezTo>
                    <a:pt x="55880" y="1536890"/>
                    <a:pt x="0" y="1481010"/>
                    <a:pt x="0" y="1412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412430"/>
                  </a:lnTo>
                  <a:cubicBezTo>
                    <a:pt x="660869" y="1481010"/>
                    <a:pt x="604988" y="1536890"/>
                    <a:pt x="536409" y="1536890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96740" y="531305"/>
            <a:ext cx="4034575" cy="9382652"/>
            <a:chOff x="0" y="0"/>
            <a:chExt cx="660868" cy="1536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869" cy="1536890"/>
            </a:xfrm>
            <a:custGeom>
              <a:avLst/>
              <a:gdLst/>
              <a:ahLst/>
              <a:cxnLst/>
              <a:rect r="r" b="b" t="t" l="l"/>
              <a:pathLst>
                <a:path h="1536890" w="660869">
                  <a:moveTo>
                    <a:pt x="536408" y="1536890"/>
                  </a:moveTo>
                  <a:lnTo>
                    <a:pt x="124460" y="1536890"/>
                  </a:lnTo>
                  <a:cubicBezTo>
                    <a:pt x="55880" y="1536890"/>
                    <a:pt x="0" y="1481010"/>
                    <a:pt x="0" y="1412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412430"/>
                  </a:lnTo>
                  <a:cubicBezTo>
                    <a:pt x="660869" y="1481010"/>
                    <a:pt x="604988" y="1536890"/>
                    <a:pt x="536409" y="1536890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24725" y="531305"/>
            <a:ext cx="4034575" cy="9382652"/>
            <a:chOff x="0" y="0"/>
            <a:chExt cx="660868" cy="1536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869" cy="1536890"/>
            </a:xfrm>
            <a:custGeom>
              <a:avLst/>
              <a:gdLst/>
              <a:ahLst/>
              <a:cxnLst/>
              <a:rect r="r" b="b" t="t" l="l"/>
              <a:pathLst>
                <a:path h="1536890" w="660869">
                  <a:moveTo>
                    <a:pt x="536408" y="1536890"/>
                  </a:moveTo>
                  <a:lnTo>
                    <a:pt x="124460" y="1536890"/>
                  </a:lnTo>
                  <a:cubicBezTo>
                    <a:pt x="55880" y="1536890"/>
                    <a:pt x="0" y="1481010"/>
                    <a:pt x="0" y="1412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412430"/>
                  </a:lnTo>
                  <a:cubicBezTo>
                    <a:pt x="660869" y="1481010"/>
                    <a:pt x="604988" y="1536890"/>
                    <a:pt x="536409" y="1536890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03892" y="1259935"/>
            <a:ext cx="3164301" cy="6860273"/>
          </a:xfrm>
          <a:custGeom>
            <a:avLst/>
            <a:gdLst/>
            <a:ahLst/>
            <a:cxnLst/>
            <a:rect r="r" b="b" t="t" l="l"/>
            <a:pathLst>
              <a:path h="6860273" w="3164301">
                <a:moveTo>
                  <a:pt x="0" y="0"/>
                </a:moveTo>
                <a:lnTo>
                  <a:pt x="3164301" y="0"/>
                </a:lnTo>
                <a:lnTo>
                  <a:pt x="3164301" y="6860273"/>
                </a:lnTo>
                <a:lnTo>
                  <a:pt x="0" y="6860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1877" y="1259935"/>
            <a:ext cx="3164301" cy="6860273"/>
          </a:xfrm>
          <a:custGeom>
            <a:avLst/>
            <a:gdLst/>
            <a:ahLst/>
            <a:cxnLst/>
            <a:rect r="r" b="b" t="t" l="l"/>
            <a:pathLst>
              <a:path h="6860273" w="3164301">
                <a:moveTo>
                  <a:pt x="0" y="0"/>
                </a:moveTo>
                <a:lnTo>
                  <a:pt x="3164301" y="0"/>
                </a:lnTo>
                <a:lnTo>
                  <a:pt x="3164301" y="6860273"/>
                </a:lnTo>
                <a:lnTo>
                  <a:pt x="0" y="68602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55215" y="1259935"/>
            <a:ext cx="3164301" cy="6860273"/>
          </a:xfrm>
          <a:custGeom>
            <a:avLst/>
            <a:gdLst/>
            <a:ahLst/>
            <a:cxnLst/>
            <a:rect r="r" b="b" t="t" l="l"/>
            <a:pathLst>
              <a:path h="6860273" w="3164301">
                <a:moveTo>
                  <a:pt x="0" y="0"/>
                </a:moveTo>
                <a:lnTo>
                  <a:pt x="3164301" y="0"/>
                </a:lnTo>
                <a:lnTo>
                  <a:pt x="3164301" y="6860273"/>
                </a:lnTo>
                <a:lnTo>
                  <a:pt x="0" y="68602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9567" y="4429125"/>
            <a:ext cx="2848679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9"/>
              </a:lnSpc>
              <a:spcBef>
                <a:spcPct val="0"/>
              </a:spcBef>
            </a:pPr>
            <a:r>
              <a:rPr lang="en-US" b="true" sz="4699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How to </a:t>
            </a:r>
            <a:r>
              <a:rPr lang="en-US" b="true" sz="46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use</a:t>
            </a:r>
            <a:r>
              <a:rPr lang="en-US" b="true" sz="4699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31144" y="8339283"/>
            <a:ext cx="330979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Sign in using your e-mail and password.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59129" y="8339283"/>
            <a:ext cx="330979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Check out side quests near you.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7114" y="8558358"/>
            <a:ext cx="330979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Take pictures and collect coins.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24397"/>
            <a:ext cx="18288000" cy="8062603"/>
          </a:xfrm>
          <a:custGeom>
            <a:avLst/>
            <a:gdLst/>
            <a:ahLst/>
            <a:cxnLst/>
            <a:rect r="r" b="b" t="t" l="l"/>
            <a:pathLst>
              <a:path h="8062603" w="18288000">
                <a:moveTo>
                  <a:pt x="0" y="0"/>
                </a:moveTo>
                <a:lnTo>
                  <a:pt x="18288000" y="0"/>
                </a:lnTo>
                <a:lnTo>
                  <a:pt x="18288000" y="8062603"/>
                </a:lnTo>
                <a:lnTo>
                  <a:pt x="0" y="806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421" t="0" r="-55421" b="-29734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68755" y="508696"/>
            <a:ext cx="4034575" cy="9156563"/>
            <a:chOff x="0" y="0"/>
            <a:chExt cx="660868" cy="14998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869" cy="1499857"/>
            </a:xfrm>
            <a:custGeom>
              <a:avLst/>
              <a:gdLst/>
              <a:ahLst/>
              <a:cxnLst/>
              <a:rect r="r" b="b" t="t" l="l"/>
              <a:pathLst>
                <a:path h="1499857" w="660869">
                  <a:moveTo>
                    <a:pt x="536408" y="1499856"/>
                  </a:moveTo>
                  <a:lnTo>
                    <a:pt x="124460" y="1499856"/>
                  </a:lnTo>
                  <a:cubicBezTo>
                    <a:pt x="55880" y="1499856"/>
                    <a:pt x="0" y="1443976"/>
                    <a:pt x="0" y="137539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375397"/>
                  </a:lnTo>
                  <a:cubicBezTo>
                    <a:pt x="660869" y="1443976"/>
                    <a:pt x="604988" y="1499857"/>
                    <a:pt x="536409" y="149985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96740" y="508696"/>
            <a:ext cx="4034575" cy="9156563"/>
            <a:chOff x="0" y="0"/>
            <a:chExt cx="660868" cy="1499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869" cy="1499857"/>
            </a:xfrm>
            <a:custGeom>
              <a:avLst/>
              <a:gdLst/>
              <a:ahLst/>
              <a:cxnLst/>
              <a:rect r="r" b="b" t="t" l="l"/>
              <a:pathLst>
                <a:path h="1499857" w="660869">
                  <a:moveTo>
                    <a:pt x="536408" y="1499856"/>
                  </a:moveTo>
                  <a:lnTo>
                    <a:pt x="124460" y="1499856"/>
                  </a:lnTo>
                  <a:cubicBezTo>
                    <a:pt x="55880" y="1499856"/>
                    <a:pt x="0" y="1443976"/>
                    <a:pt x="0" y="137539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375397"/>
                  </a:lnTo>
                  <a:cubicBezTo>
                    <a:pt x="660869" y="1443976"/>
                    <a:pt x="604988" y="1499857"/>
                    <a:pt x="536409" y="149985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24725" y="508696"/>
            <a:ext cx="4034575" cy="9156563"/>
            <a:chOff x="0" y="0"/>
            <a:chExt cx="660868" cy="1499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869" cy="1499857"/>
            </a:xfrm>
            <a:custGeom>
              <a:avLst/>
              <a:gdLst/>
              <a:ahLst/>
              <a:cxnLst/>
              <a:rect r="r" b="b" t="t" l="l"/>
              <a:pathLst>
                <a:path h="1499857" w="660869">
                  <a:moveTo>
                    <a:pt x="536408" y="1499856"/>
                  </a:moveTo>
                  <a:lnTo>
                    <a:pt x="124460" y="1499856"/>
                  </a:lnTo>
                  <a:cubicBezTo>
                    <a:pt x="55880" y="1499856"/>
                    <a:pt x="0" y="1443976"/>
                    <a:pt x="0" y="137539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409" y="0"/>
                  </a:lnTo>
                  <a:cubicBezTo>
                    <a:pt x="604988" y="0"/>
                    <a:pt x="660869" y="55880"/>
                    <a:pt x="660869" y="124460"/>
                  </a:cubicBezTo>
                  <a:lnTo>
                    <a:pt x="660869" y="1375397"/>
                  </a:lnTo>
                  <a:cubicBezTo>
                    <a:pt x="660869" y="1443976"/>
                    <a:pt x="604988" y="1499857"/>
                    <a:pt x="536409" y="149985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76129" y="1060664"/>
            <a:ext cx="3219826" cy="6980653"/>
          </a:xfrm>
          <a:custGeom>
            <a:avLst/>
            <a:gdLst/>
            <a:ahLst/>
            <a:cxnLst/>
            <a:rect r="r" b="b" t="t" l="l"/>
            <a:pathLst>
              <a:path h="6980653" w="3219826">
                <a:moveTo>
                  <a:pt x="0" y="0"/>
                </a:moveTo>
                <a:lnTo>
                  <a:pt x="3219827" y="0"/>
                </a:lnTo>
                <a:lnTo>
                  <a:pt x="3219827" y="6980653"/>
                </a:lnTo>
                <a:lnTo>
                  <a:pt x="0" y="6980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95767" y="3691976"/>
            <a:ext cx="2892491" cy="2903047"/>
          </a:xfrm>
          <a:custGeom>
            <a:avLst/>
            <a:gdLst/>
            <a:ahLst/>
            <a:cxnLst/>
            <a:rect r="r" b="b" t="t" l="l"/>
            <a:pathLst>
              <a:path h="2903047" w="2892491">
                <a:moveTo>
                  <a:pt x="0" y="0"/>
                </a:moveTo>
                <a:lnTo>
                  <a:pt x="2892491" y="0"/>
                </a:lnTo>
                <a:lnTo>
                  <a:pt x="2892491" y="2903048"/>
                </a:lnTo>
                <a:lnTo>
                  <a:pt x="0" y="2903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49099" y="1060664"/>
            <a:ext cx="3219826" cy="6980653"/>
          </a:xfrm>
          <a:custGeom>
            <a:avLst/>
            <a:gdLst/>
            <a:ahLst/>
            <a:cxnLst/>
            <a:rect r="r" b="b" t="t" l="l"/>
            <a:pathLst>
              <a:path h="6980653" w="3219826">
                <a:moveTo>
                  <a:pt x="0" y="0"/>
                </a:moveTo>
                <a:lnTo>
                  <a:pt x="3219827" y="0"/>
                </a:lnTo>
                <a:lnTo>
                  <a:pt x="3219827" y="6980653"/>
                </a:lnTo>
                <a:lnTo>
                  <a:pt x="0" y="6980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9567" y="4429125"/>
            <a:ext cx="2848679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9"/>
              </a:lnSpc>
              <a:spcBef>
                <a:spcPct val="0"/>
              </a:spcBef>
            </a:pPr>
            <a:r>
              <a:rPr lang="en-US" b="true" sz="4699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How to </a:t>
            </a:r>
            <a:r>
              <a:rPr lang="en-US" b="true" sz="46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use</a:t>
            </a:r>
            <a:r>
              <a:rPr lang="en-US" b="true" sz="4699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31144" y="8238698"/>
            <a:ext cx="330979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Connect with friends.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88540" y="8457773"/>
            <a:ext cx="330979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Have fun!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59129" y="8238698"/>
            <a:ext cx="330979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Use coins to receive gifts.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3095805" y="1339232"/>
            <a:ext cx="1209639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  <a:spcBef>
                <a:spcPct val="0"/>
              </a:spcBef>
            </a:pPr>
            <a:r>
              <a:rPr lang="en-US" b="true" sz="7399">
                <a:solidFill>
                  <a:srgbClr val="FFFFFF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SideQuestr AI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0456" y="3640947"/>
            <a:ext cx="15493349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SideQuestr uses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AI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to make the game fit you perfectly. It learns from your past choices to create custom quests based on what you like to do. But the AI doesn't just make the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map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—it’s also the </a:t>
            </a:r>
            <a:r>
              <a:rPr lang="en-US" b="true" sz="3600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judge</a:t>
            </a:r>
            <a:r>
              <a:rPr lang="en-US" b="true" sz="3600">
                <a:solidFill>
                  <a:srgbClr val="F1E9E9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. When you take a picture to finish a mission, the AI analyzes the photo to see if it matches the quest description, making the game completely cheat-proof and fair.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3095805" y="4032405"/>
            <a:ext cx="1209639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  <a:spcBef>
                <a:spcPct val="0"/>
              </a:spcBef>
            </a:pPr>
            <a:r>
              <a:rPr lang="en-US" b="true" sz="73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Demo time!!!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09737"/>
            <a:ext cx="481538" cy="481538"/>
            <a:chOff x="0" y="0"/>
            <a:chExt cx="642051" cy="6420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175556" y="197377"/>
              <a:ext cx="290938" cy="247298"/>
            </a:xfrm>
            <a:custGeom>
              <a:avLst/>
              <a:gdLst/>
              <a:ahLst/>
              <a:cxnLst/>
              <a:rect r="r" b="b" t="t" l="l"/>
              <a:pathLst>
                <a:path h="247298" w="290938">
                  <a:moveTo>
                    <a:pt x="0" y="0"/>
                  </a:moveTo>
                  <a:lnTo>
                    <a:pt x="290939" y="0"/>
                  </a:lnTo>
                  <a:lnTo>
                    <a:pt x="290939" y="247297"/>
                  </a:lnTo>
                  <a:lnTo>
                    <a:pt x="0" y="247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4" y="9209737"/>
            <a:ext cx="481538" cy="481538"/>
            <a:chOff x="0" y="0"/>
            <a:chExt cx="642051" cy="64205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95802" y="197377"/>
              <a:ext cx="250447" cy="256988"/>
            </a:xfrm>
            <a:custGeom>
              <a:avLst/>
              <a:gdLst/>
              <a:ahLst/>
              <a:cxnLst/>
              <a:rect r="r" b="b" t="t" l="l"/>
              <a:pathLst>
                <a:path h="256988" w="250447">
                  <a:moveTo>
                    <a:pt x="0" y="0"/>
                  </a:moveTo>
                  <a:lnTo>
                    <a:pt x="250447" y="0"/>
                  </a:lnTo>
                  <a:lnTo>
                    <a:pt x="250447" y="256988"/>
                  </a:lnTo>
                  <a:lnTo>
                    <a:pt x="0" y="256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18588" y="9209737"/>
            <a:ext cx="481538" cy="481538"/>
            <a:chOff x="0" y="0"/>
            <a:chExt cx="642051" cy="6420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42051" cy="64205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05355" y="192503"/>
              <a:ext cx="231341" cy="257046"/>
            </a:xfrm>
            <a:custGeom>
              <a:avLst/>
              <a:gdLst/>
              <a:ahLst/>
              <a:cxnLst/>
              <a:rect r="r" b="b" t="t" l="l"/>
              <a:pathLst>
                <a:path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255713" cy="63928"/>
          </a:xfrm>
          <a:custGeom>
            <a:avLst/>
            <a:gdLst/>
            <a:ahLst/>
            <a:cxnLst/>
            <a:rect r="r" b="b" t="t" l="l"/>
            <a:pathLst>
              <a:path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4960" y="1329707"/>
            <a:ext cx="16044340" cy="6510297"/>
            <a:chOff x="0" y="0"/>
            <a:chExt cx="2505057" cy="101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05057" cy="1016475"/>
            </a:xfrm>
            <a:custGeom>
              <a:avLst/>
              <a:gdLst/>
              <a:ahLst/>
              <a:cxnLst/>
              <a:rect r="r" b="b" t="t" l="l"/>
              <a:pathLst>
                <a:path h="1016475" w="2505057">
                  <a:moveTo>
                    <a:pt x="238059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80597" y="0"/>
                  </a:lnTo>
                  <a:cubicBezTo>
                    <a:pt x="2449177" y="0"/>
                    <a:pt x="2505057" y="55880"/>
                    <a:pt x="2505057" y="124460"/>
                  </a:cubicBezTo>
                  <a:lnTo>
                    <a:pt x="2505057" y="892015"/>
                  </a:lnTo>
                  <a:cubicBezTo>
                    <a:pt x="2505057" y="960595"/>
                    <a:pt x="2449177" y="1016475"/>
                    <a:pt x="2380597" y="1016475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6948" y="229485"/>
            <a:ext cx="17854104" cy="8400220"/>
            <a:chOff x="0" y="0"/>
            <a:chExt cx="2924524" cy="137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4525" cy="1375967"/>
            </a:xfrm>
            <a:custGeom>
              <a:avLst/>
              <a:gdLst/>
              <a:ahLst/>
              <a:cxnLst/>
              <a:rect r="r" b="b" t="t" l="l"/>
              <a:pathLst>
                <a:path h="1375967" w="2924525">
                  <a:moveTo>
                    <a:pt x="2800064" y="1375966"/>
                  </a:moveTo>
                  <a:lnTo>
                    <a:pt x="124460" y="1375966"/>
                  </a:lnTo>
                  <a:cubicBezTo>
                    <a:pt x="55880" y="1375966"/>
                    <a:pt x="0" y="1320086"/>
                    <a:pt x="0" y="12515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00065" y="0"/>
                  </a:lnTo>
                  <a:cubicBezTo>
                    <a:pt x="2868644" y="0"/>
                    <a:pt x="2924525" y="55880"/>
                    <a:pt x="2924525" y="124460"/>
                  </a:cubicBezTo>
                  <a:lnTo>
                    <a:pt x="2924525" y="1251507"/>
                  </a:lnTo>
                  <a:cubicBezTo>
                    <a:pt x="2924525" y="1320086"/>
                    <a:pt x="2868644" y="1375967"/>
                    <a:pt x="2800065" y="1375967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79297" y="4384289"/>
            <a:ext cx="12729407" cy="4245416"/>
          </a:xfrm>
          <a:custGeom>
            <a:avLst/>
            <a:gdLst/>
            <a:ahLst/>
            <a:cxnLst/>
            <a:rect r="r" b="b" t="t" l="l"/>
            <a:pathLst>
              <a:path h="4245416" w="12729407">
                <a:moveTo>
                  <a:pt x="0" y="0"/>
                </a:moveTo>
                <a:lnTo>
                  <a:pt x="12729406" y="0"/>
                </a:lnTo>
                <a:lnTo>
                  <a:pt x="12729406" y="4245416"/>
                </a:lnTo>
                <a:lnTo>
                  <a:pt x="0" y="424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74" t="0" r="-16618" b="-28611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768221" y="9258300"/>
            <a:ext cx="470732" cy="239358"/>
            <a:chOff x="0" y="0"/>
            <a:chExt cx="627643" cy="319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7643" cy="319144"/>
              <a:chOff x="0" y="0"/>
              <a:chExt cx="3763941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6394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3763941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582CE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3822" y="20591"/>
              <a:ext cx="277962" cy="27796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9E9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3095805" y="3470430"/>
            <a:ext cx="12096390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  <a:spcBef>
                <a:spcPct val="0"/>
              </a:spcBef>
            </a:pPr>
            <a:r>
              <a:rPr lang="en-US" b="true" sz="7399">
                <a:solidFill>
                  <a:srgbClr val="C8C9EB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Thank you</a:t>
            </a:r>
            <a:r>
              <a:rPr lang="en-US" b="true" sz="7399">
                <a:solidFill>
                  <a:srgbClr val="FFFFFF"/>
                </a:solidFill>
                <a:latin typeface="Open Sans Hebrew Bold"/>
                <a:ea typeface="Open Sans Hebrew Bold"/>
                <a:cs typeface="Open Sans Hebrew Bold"/>
                <a:sym typeface="Open Sans Hebrew Bold"/>
              </a:rPr>
              <a:t>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DAHF8nmtLrE</dc:identifier>
  <dcterms:modified xsi:type="dcterms:W3CDTF">2011-08-01T06:04:30Z</dcterms:modified>
  <cp:revision>1</cp:revision>
  <dc:title>SideQuestr</dc:title>
</cp:coreProperties>
</file>